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5" r:id="rId10"/>
    <p:sldId id="286" r:id="rId11"/>
    <p:sldId id="287" r:id="rId12"/>
    <p:sldId id="264" r:id="rId13"/>
    <p:sldId id="278" r:id="rId14"/>
    <p:sldId id="279" r:id="rId15"/>
    <p:sldId id="281" r:id="rId16"/>
    <p:sldId id="280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7" r:id="rId26"/>
    <p:sldId id="283" r:id="rId27"/>
    <p:sldId id="273" r:id="rId28"/>
    <p:sldId id="274" r:id="rId29"/>
    <p:sldId id="288" r:id="rId30"/>
    <p:sldId id="284" r:id="rId31"/>
    <p:sldId id="276" r:id="rId3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>
        <p:scale>
          <a:sx n="47" d="100"/>
          <a:sy n="47" d="100"/>
        </p:scale>
        <p:origin x="902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30110" y="364251"/>
            <a:ext cx="9260840" cy="704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C50E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C50E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C50E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C50E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762" y="10521005"/>
            <a:ext cx="519343" cy="46163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1586" y="364251"/>
            <a:ext cx="13633684" cy="7519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C50E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7688" y="2228907"/>
            <a:ext cx="15467965" cy="66173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9060" y="10609798"/>
            <a:ext cx="306070" cy="2768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7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17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17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jp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18" Type="http://schemas.openxmlformats.org/officeDocument/2006/relationships/image" Target="../media/image2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image" Target="../media/image34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jp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g"/><Relationship Id="rId5" Type="http://schemas.openxmlformats.org/officeDocument/2006/relationships/image" Target="../media/image37.jpg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5.png"/><Relationship Id="rId21" Type="http://schemas.openxmlformats.org/officeDocument/2006/relationships/image" Target="../media/image70.png"/><Relationship Id="rId42" Type="http://schemas.openxmlformats.org/officeDocument/2006/relationships/image" Target="../media/image91.png"/><Relationship Id="rId47" Type="http://schemas.openxmlformats.org/officeDocument/2006/relationships/image" Target="../media/image96.png"/><Relationship Id="rId63" Type="http://schemas.openxmlformats.org/officeDocument/2006/relationships/image" Target="../media/image112.png"/><Relationship Id="rId68" Type="http://schemas.openxmlformats.org/officeDocument/2006/relationships/image" Target="../media/image117.png"/><Relationship Id="rId16" Type="http://schemas.openxmlformats.org/officeDocument/2006/relationships/image" Target="../media/image65.png"/><Relationship Id="rId11" Type="http://schemas.openxmlformats.org/officeDocument/2006/relationships/image" Target="../media/image60.png"/><Relationship Id="rId32" Type="http://schemas.openxmlformats.org/officeDocument/2006/relationships/image" Target="../media/image81.png"/><Relationship Id="rId37" Type="http://schemas.openxmlformats.org/officeDocument/2006/relationships/image" Target="../media/image86.png"/><Relationship Id="rId53" Type="http://schemas.openxmlformats.org/officeDocument/2006/relationships/image" Target="../media/image102.png"/><Relationship Id="rId58" Type="http://schemas.openxmlformats.org/officeDocument/2006/relationships/image" Target="../media/image107.png"/><Relationship Id="rId74" Type="http://schemas.openxmlformats.org/officeDocument/2006/relationships/image" Target="../media/image123.png"/><Relationship Id="rId79" Type="http://schemas.openxmlformats.org/officeDocument/2006/relationships/image" Target="../media/image128.png"/><Relationship Id="rId5" Type="http://schemas.openxmlformats.org/officeDocument/2006/relationships/image" Target="../media/image54.png"/><Relationship Id="rId61" Type="http://schemas.openxmlformats.org/officeDocument/2006/relationships/image" Target="../media/image110.png"/><Relationship Id="rId82" Type="http://schemas.openxmlformats.org/officeDocument/2006/relationships/image" Target="../media/image131.png"/><Relationship Id="rId19" Type="http://schemas.openxmlformats.org/officeDocument/2006/relationships/image" Target="../media/image68.png"/><Relationship Id="rId14" Type="http://schemas.openxmlformats.org/officeDocument/2006/relationships/image" Target="../media/image63.png"/><Relationship Id="rId22" Type="http://schemas.openxmlformats.org/officeDocument/2006/relationships/image" Target="../media/image71.png"/><Relationship Id="rId27" Type="http://schemas.openxmlformats.org/officeDocument/2006/relationships/image" Target="../media/image76.png"/><Relationship Id="rId30" Type="http://schemas.openxmlformats.org/officeDocument/2006/relationships/image" Target="../media/image79.png"/><Relationship Id="rId35" Type="http://schemas.openxmlformats.org/officeDocument/2006/relationships/image" Target="../media/image84.png"/><Relationship Id="rId43" Type="http://schemas.openxmlformats.org/officeDocument/2006/relationships/image" Target="../media/image92.png"/><Relationship Id="rId48" Type="http://schemas.openxmlformats.org/officeDocument/2006/relationships/image" Target="../media/image97.png"/><Relationship Id="rId56" Type="http://schemas.openxmlformats.org/officeDocument/2006/relationships/image" Target="../media/image105.png"/><Relationship Id="rId64" Type="http://schemas.openxmlformats.org/officeDocument/2006/relationships/image" Target="../media/image113.png"/><Relationship Id="rId69" Type="http://schemas.openxmlformats.org/officeDocument/2006/relationships/image" Target="../media/image118.png"/><Relationship Id="rId77" Type="http://schemas.openxmlformats.org/officeDocument/2006/relationships/image" Target="../media/image126.png"/><Relationship Id="rId8" Type="http://schemas.openxmlformats.org/officeDocument/2006/relationships/image" Target="../media/image57.png"/><Relationship Id="rId51" Type="http://schemas.openxmlformats.org/officeDocument/2006/relationships/image" Target="../media/image100.png"/><Relationship Id="rId72" Type="http://schemas.openxmlformats.org/officeDocument/2006/relationships/image" Target="../media/image121.png"/><Relationship Id="rId80" Type="http://schemas.openxmlformats.org/officeDocument/2006/relationships/image" Target="../media/image129.png"/><Relationship Id="rId3" Type="http://schemas.openxmlformats.org/officeDocument/2006/relationships/image" Target="../media/image52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5" Type="http://schemas.openxmlformats.org/officeDocument/2006/relationships/image" Target="../media/image74.png"/><Relationship Id="rId33" Type="http://schemas.openxmlformats.org/officeDocument/2006/relationships/image" Target="../media/image82.png"/><Relationship Id="rId38" Type="http://schemas.openxmlformats.org/officeDocument/2006/relationships/image" Target="../media/image87.png"/><Relationship Id="rId46" Type="http://schemas.openxmlformats.org/officeDocument/2006/relationships/image" Target="../media/image95.png"/><Relationship Id="rId59" Type="http://schemas.openxmlformats.org/officeDocument/2006/relationships/image" Target="../media/image108.png"/><Relationship Id="rId67" Type="http://schemas.openxmlformats.org/officeDocument/2006/relationships/image" Target="../media/image116.png"/><Relationship Id="rId20" Type="http://schemas.openxmlformats.org/officeDocument/2006/relationships/image" Target="../media/image69.png"/><Relationship Id="rId41" Type="http://schemas.openxmlformats.org/officeDocument/2006/relationships/image" Target="../media/image90.png"/><Relationship Id="rId54" Type="http://schemas.openxmlformats.org/officeDocument/2006/relationships/image" Target="../media/image103.png"/><Relationship Id="rId62" Type="http://schemas.openxmlformats.org/officeDocument/2006/relationships/image" Target="../media/image111.png"/><Relationship Id="rId70" Type="http://schemas.openxmlformats.org/officeDocument/2006/relationships/image" Target="../media/image119.png"/><Relationship Id="rId75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5" Type="http://schemas.openxmlformats.org/officeDocument/2006/relationships/image" Target="../media/image64.png"/><Relationship Id="rId23" Type="http://schemas.openxmlformats.org/officeDocument/2006/relationships/image" Target="../media/image72.png"/><Relationship Id="rId28" Type="http://schemas.openxmlformats.org/officeDocument/2006/relationships/image" Target="../media/image77.png"/><Relationship Id="rId36" Type="http://schemas.openxmlformats.org/officeDocument/2006/relationships/image" Target="../media/image85.png"/><Relationship Id="rId49" Type="http://schemas.openxmlformats.org/officeDocument/2006/relationships/image" Target="../media/image98.png"/><Relationship Id="rId57" Type="http://schemas.openxmlformats.org/officeDocument/2006/relationships/image" Target="../media/image106.png"/><Relationship Id="rId10" Type="http://schemas.openxmlformats.org/officeDocument/2006/relationships/image" Target="../media/image59.png"/><Relationship Id="rId31" Type="http://schemas.openxmlformats.org/officeDocument/2006/relationships/image" Target="../media/image80.png"/><Relationship Id="rId44" Type="http://schemas.openxmlformats.org/officeDocument/2006/relationships/image" Target="../media/image93.png"/><Relationship Id="rId52" Type="http://schemas.openxmlformats.org/officeDocument/2006/relationships/image" Target="../media/image101.png"/><Relationship Id="rId60" Type="http://schemas.openxmlformats.org/officeDocument/2006/relationships/image" Target="../media/image109.png"/><Relationship Id="rId65" Type="http://schemas.openxmlformats.org/officeDocument/2006/relationships/image" Target="../media/image114.png"/><Relationship Id="rId73" Type="http://schemas.openxmlformats.org/officeDocument/2006/relationships/image" Target="../media/image122.png"/><Relationship Id="rId78" Type="http://schemas.openxmlformats.org/officeDocument/2006/relationships/image" Target="../media/image127.png"/><Relationship Id="rId81" Type="http://schemas.openxmlformats.org/officeDocument/2006/relationships/image" Target="../media/image130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39" Type="http://schemas.openxmlformats.org/officeDocument/2006/relationships/image" Target="../media/image88.png"/><Relationship Id="rId34" Type="http://schemas.openxmlformats.org/officeDocument/2006/relationships/image" Target="../media/image83.png"/><Relationship Id="rId50" Type="http://schemas.openxmlformats.org/officeDocument/2006/relationships/image" Target="../media/image99.png"/><Relationship Id="rId55" Type="http://schemas.openxmlformats.org/officeDocument/2006/relationships/image" Target="../media/image104.png"/><Relationship Id="rId76" Type="http://schemas.openxmlformats.org/officeDocument/2006/relationships/image" Target="../media/image125.png"/><Relationship Id="rId7" Type="http://schemas.openxmlformats.org/officeDocument/2006/relationships/image" Target="../media/image56.png"/><Relationship Id="rId71" Type="http://schemas.openxmlformats.org/officeDocument/2006/relationships/image" Target="../media/image120.png"/><Relationship Id="rId2" Type="http://schemas.openxmlformats.org/officeDocument/2006/relationships/image" Target="../media/image2.png"/><Relationship Id="rId29" Type="http://schemas.openxmlformats.org/officeDocument/2006/relationships/image" Target="../media/image78.png"/><Relationship Id="rId24" Type="http://schemas.openxmlformats.org/officeDocument/2006/relationships/image" Target="../media/image73.png"/><Relationship Id="rId40" Type="http://schemas.openxmlformats.org/officeDocument/2006/relationships/image" Target="../media/image89.png"/><Relationship Id="rId45" Type="http://schemas.openxmlformats.org/officeDocument/2006/relationships/image" Target="../media/image94.png"/><Relationship Id="rId66" Type="http://schemas.openxmlformats.org/officeDocument/2006/relationships/image" Target="../media/image1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43461" y="1449873"/>
            <a:ext cx="15270480" cy="27298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5"/>
              </a:spcBef>
            </a:pPr>
            <a:r>
              <a:rPr sz="5900" dirty="0">
                <a:solidFill>
                  <a:srgbClr val="D22428"/>
                </a:solidFill>
              </a:rPr>
              <a:t>UNDERSTANDING </a:t>
            </a:r>
            <a:r>
              <a:rPr sz="5900" spc="-10" dirty="0">
                <a:solidFill>
                  <a:srgbClr val="D22428"/>
                </a:solidFill>
              </a:rPr>
              <a:t>GRAMMAR </a:t>
            </a:r>
            <a:r>
              <a:rPr sz="5900" dirty="0">
                <a:solidFill>
                  <a:srgbClr val="D22428"/>
                </a:solidFill>
              </a:rPr>
              <a:t>REPRESENTATION IN</a:t>
            </a:r>
            <a:r>
              <a:rPr sz="5900" spc="5" dirty="0">
                <a:solidFill>
                  <a:srgbClr val="D22428"/>
                </a:solidFill>
              </a:rPr>
              <a:t> </a:t>
            </a:r>
            <a:r>
              <a:rPr sz="5900" dirty="0">
                <a:solidFill>
                  <a:srgbClr val="D22428"/>
                </a:solidFill>
              </a:rPr>
              <a:t>THE HUMAN</a:t>
            </a:r>
            <a:r>
              <a:rPr sz="5900" spc="5" dirty="0">
                <a:solidFill>
                  <a:srgbClr val="D22428"/>
                </a:solidFill>
              </a:rPr>
              <a:t> </a:t>
            </a:r>
            <a:r>
              <a:rPr sz="5900" spc="-10" dirty="0">
                <a:solidFill>
                  <a:srgbClr val="D22428"/>
                </a:solidFill>
              </a:rPr>
              <a:t>BRAIN </a:t>
            </a:r>
            <a:r>
              <a:rPr sz="5900" dirty="0">
                <a:solidFill>
                  <a:srgbClr val="D22428"/>
                </a:solidFill>
              </a:rPr>
              <a:t>VIA</a:t>
            </a:r>
            <a:r>
              <a:rPr sz="5900" spc="45" dirty="0">
                <a:solidFill>
                  <a:srgbClr val="D22428"/>
                </a:solidFill>
              </a:rPr>
              <a:t> </a:t>
            </a:r>
            <a:r>
              <a:rPr sz="5900" spc="-10" dirty="0">
                <a:solidFill>
                  <a:srgbClr val="D22428"/>
                </a:solidFill>
              </a:rPr>
              <a:t>INFORMATION-</a:t>
            </a:r>
            <a:r>
              <a:rPr sz="5900" dirty="0">
                <a:solidFill>
                  <a:srgbClr val="D22428"/>
                </a:solidFill>
              </a:rPr>
              <a:t>RESTRICTED</a:t>
            </a:r>
            <a:r>
              <a:rPr sz="5900" spc="45" dirty="0">
                <a:solidFill>
                  <a:srgbClr val="D22428"/>
                </a:solidFill>
              </a:rPr>
              <a:t> </a:t>
            </a:r>
            <a:r>
              <a:rPr sz="5900" spc="-20" dirty="0">
                <a:solidFill>
                  <a:srgbClr val="D22428"/>
                </a:solidFill>
              </a:rPr>
              <a:t>LLMS</a:t>
            </a:r>
            <a:endParaRPr sz="59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43460" y="4283075"/>
            <a:ext cx="8094189" cy="188064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027680" algn="l"/>
                <a:tab pos="5289550" algn="l"/>
              </a:tabLst>
            </a:pPr>
            <a:r>
              <a:rPr sz="1950" b="1" dirty="0">
                <a:solidFill>
                  <a:srgbClr val="D22428"/>
                </a:solidFill>
                <a:latin typeface="Arial"/>
                <a:cs typeface="Arial"/>
              </a:rPr>
              <a:t>SIMONE</a:t>
            </a:r>
            <a:r>
              <a:rPr sz="1950" b="1" spc="60" dirty="0">
                <a:solidFill>
                  <a:srgbClr val="D22428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D22428"/>
                </a:solidFill>
                <a:latin typeface="Arial"/>
                <a:cs typeface="Arial"/>
              </a:rPr>
              <a:t>ESPOSITO</a:t>
            </a:r>
            <a:r>
              <a:rPr sz="1950" b="1" dirty="0">
                <a:solidFill>
                  <a:srgbClr val="D22428"/>
                </a:solidFill>
                <a:latin typeface="Arial"/>
                <a:cs typeface="Arial"/>
              </a:rPr>
              <a:t>	</a:t>
            </a:r>
            <a:endParaRPr lang="en-US" sz="1950" b="1" dirty="0">
              <a:solidFill>
                <a:srgbClr val="D22428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027680" algn="l"/>
                <a:tab pos="5289550" algn="l"/>
              </a:tabLst>
            </a:pPr>
            <a:endParaRPr lang="en-US" sz="1950" b="1" dirty="0">
              <a:solidFill>
                <a:srgbClr val="D22428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027680" algn="l"/>
                <a:tab pos="5289550" algn="l"/>
              </a:tabLst>
            </a:pPr>
            <a:endParaRPr lang="en-US" sz="1950" b="1" dirty="0">
              <a:solidFill>
                <a:srgbClr val="D22428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027680" algn="l"/>
                <a:tab pos="5289550" algn="l"/>
              </a:tabLst>
            </a:pPr>
            <a:r>
              <a:rPr sz="1950" b="1" dirty="0">
                <a:solidFill>
                  <a:srgbClr val="D22428"/>
                </a:solidFill>
                <a:latin typeface="Arial"/>
                <a:cs typeface="Arial"/>
              </a:rPr>
              <a:t>ANUJA</a:t>
            </a:r>
            <a:r>
              <a:rPr sz="1950" b="1" spc="70" dirty="0">
                <a:solidFill>
                  <a:srgbClr val="D22428"/>
                </a:solidFill>
                <a:latin typeface="Arial"/>
                <a:cs typeface="Arial"/>
              </a:rPr>
              <a:t> </a:t>
            </a:r>
            <a:r>
              <a:rPr sz="1950" b="1" spc="-20" dirty="0">
                <a:solidFill>
                  <a:srgbClr val="D22428"/>
                </a:solidFill>
                <a:latin typeface="Arial"/>
                <a:cs typeface="Arial"/>
              </a:rPr>
              <a:t>NEGI</a:t>
            </a:r>
            <a:r>
              <a:rPr sz="1950" b="1" dirty="0">
                <a:solidFill>
                  <a:srgbClr val="D22428"/>
                </a:solidFill>
                <a:latin typeface="Arial"/>
                <a:cs typeface="Arial"/>
              </a:rPr>
              <a:t>	</a:t>
            </a:r>
            <a:r>
              <a:rPr lang="en-US" sz="1950" b="1" dirty="0">
                <a:solidFill>
                  <a:srgbClr val="D22428"/>
                </a:solidFill>
                <a:latin typeface="Arial"/>
                <a:cs typeface="Arial"/>
              </a:rPr>
              <a:t>	</a:t>
            </a:r>
            <a:r>
              <a:rPr lang="en-US" sz="19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SUPERVISOR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027680" algn="l"/>
                <a:tab pos="5289550" algn="l"/>
              </a:tabLst>
            </a:pPr>
            <a:r>
              <a:rPr lang="en-US" sz="1950" b="1" dirty="0">
                <a:solidFill>
                  <a:srgbClr val="D22428"/>
                </a:solidFill>
                <a:latin typeface="Arial"/>
                <a:cs typeface="Arial"/>
              </a:rPr>
              <a:t>PROF. DR. </a:t>
            </a:r>
            <a:r>
              <a:rPr sz="1950" b="1" dirty="0">
                <a:solidFill>
                  <a:srgbClr val="D22428"/>
                </a:solidFill>
                <a:latin typeface="Arial"/>
                <a:cs typeface="Arial"/>
              </a:rPr>
              <a:t>FATMA</a:t>
            </a:r>
            <a:r>
              <a:rPr sz="1950" b="1" spc="60" dirty="0">
                <a:solidFill>
                  <a:srgbClr val="D22428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D22428"/>
                </a:solidFill>
                <a:latin typeface="Arial"/>
                <a:cs typeface="Arial"/>
              </a:rPr>
              <a:t>DENIZ</a:t>
            </a:r>
            <a:r>
              <a:rPr lang="en-US" sz="1950" b="1" spc="-10" dirty="0">
                <a:solidFill>
                  <a:srgbClr val="D22428"/>
                </a:solidFill>
                <a:latin typeface="Arial"/>
                <a:cs typeface="Arial"/>
              </a:rPr>
              <a:t>		</a:t>
            </a:r>
            <a:r>
              <a:rPr lang="en-US" sz="1950" b="1" spc="-1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FIRST EXAMINER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027680" algn="l"/>
                <a:tab pos="5289550" algn="l"/>
              </a:tabLst>
            </a:pPr>
            <a:r>
              <a:rPr lang="en-US" sz="1950" b="1" spc="-10" dirty="0">
                <a:solidFill>
                  <a:srgbClr val="D22428"/>
                </a:solidFill>
                <a:latin typeface="Arial"/>
                <a:cs typeface="Arial"/>
              </a:rPr>
              <a:t>PROF. DR. KLAUS OBERMAYER	</a:t>
            </a:r>
            <a:r>
              <a:rPr lang="en-US" sz="1950" b="1" spc="-1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SECOND EXAMINER</a:t>
            </a:r>
            <a:endParaRPr sz="195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BACKGROUND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7688" y="2228907"/>
            <a:ext cx="1102042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dirty="0">
                <a:latin typeface="Arial"/>
                <a:cs typeface="Arial"/>
              </a:rPr>
              <a:t>How</a:t>
            </a:r>
            <a:r>
              <a:rPr sz="3950" spc="-2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does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the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brain distinguish nouns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and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spc="-10" dirty="0">
                <a:latin typeface="Arial"/>
                <a:cs typeface="Arial"/>
              </a:rPr>
              <a:t>verbs?</a:t>
            </a:r>
            <a:endParaRPr sz="39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BACKGROUND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7688" y="2228907"/>
            <a:ext cx="1546796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dirty="0">
                <a:latin typeface="Arial"/>
                <a:cs typeface="Arial"/>
              </a:rPr>
              <a:t>How</a:t>
            </a:r>
            <a:r>
              <a:rPr sz="3950" spc="-2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does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the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brain distinguish nouns and verbs?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It’s</a:t>
            </a:r>
            <a:r>
              <a:rPr sz="3950" b="1" spc="5" dirty="0">
                <a:latin typeface="Arial"/>
                <a:cs typeface="Arial"/>
              </a:rPr>
              <a:t> </a:t>
            </a:r>
            <a:r>
              <a:rPr sz="3950" b="1" spc="-10" dirty="0">
                <a:latin typeface="Arial"/>
                <a:cs typeface="Arial"/>
              </a:rPr>
              <a:t>complicated…</a:t>
            </a:r>
            <a:endParaRPr sz="39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BACKGROUND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20" dirty="0"/>
              <a:t> </a:t>
            </a:r>
            <a:r>
              <a:rPr dirty="0"/>
              <a:t>does</a:t>
            </a:r>
            <a:r>
              <a:rPr spc="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brain distinguish nouns and verbs?</a:t>
            </a:r>
            <a:r>
              <a:rPr spc="5" dirty="0"/>
              <a:t> </a:t>
            </a:r>
            <a:r>
              <a:rPr b="1" dirty="0">
                <a:latin typeface="Arial"/>
                <a:cs typeface="Arial"/>
              </a:rPr>
              <a:t>It’s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complicated…</a:t>
            </a: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b="1" dirty="0">
                <a:solidFill>
                  <a:srgbClr val="C00000"/>
                </a:solidFill>
                <a:latin typeface="Arial"/>
                <a:cs typeface="Arial"/>
              </a:rPr>
              <a:t>Fronto-Temporal</a:t>
            </a:r>
            <a:r>
              <a:rPr b="1" spc="-10" dirty="0">
                <a:solidFill>
                  <a:srgbClr val="C00000"/>
                </a:solidFill>
                <a:latin typeface="Arial"/>
                <a:cs typeface="Arial"/>
              </a:rPr>
              <a:t> Dichotomy</a:t>
            </a: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>
                <a:solidFill>
                  <a:srgbClr val="C00000"/>
                </a:solidFill>
              </a:rPr>
              <a:t>Damasio</a:t>
            </a:r>
            <a:r>
              <a:rPr spc="-10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and Tranel</a:t>
            </a:r>
            <a:r>
              <a:rPr spc="-5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(1993)</a:t>
            </a: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dirty="0"/>
              <a:t>Patients</a:t>
            </a:r>
            <a:r>
              <a:rPr spc="-5" dirty="0"/>
              <a:t> </a:t>
            </a:r>
            <a:r>
              <a:rPr dirty="0"/>
              <a:t>with </a:t>
            </a:r>
            <a:r>
              <a:rPr b="1" dirty="0">
                <a:latin typeface="Arial"/>
                <a:cs typeface="Arial"/>
              </a:rPr>
              <a:t>brain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lesions </a:t>
            </a:r>
            <a:r>
              <a:rPr dirty="0"/>
              <a:t>doing</a:t>
            </a:r>
            <a:r>
              <a:rPr spc="5" dirty="0"/>
              <a:t> </a:t>
            </a:r>
            <a:r>
              <a:rPr b="1" dirty="0">
                <a:latin typeface="Arial"/>
                <a:cs typeface="Arial"/>
              </a:rPr>
              <a:t>object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dirty="0"/>
              <a:t>and </a:t>
            </a:r>
            <a:r>
              <a:rPr b="1" dirty="0">
                <a:latin typeface="Arial"/>
                <a:cs typeface="Arial"/>
              </a:rPr>
              <a:t>action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dirty="0"/>
              <a:t>naming </a:t>
            </a:r>
            <a:r>
              <a:rPr spc="-20" dirty="0"/>
              <a:t>tasks</a:t>
            </a:r>
          </a:p>
          <a:p>
            <a:pPr marL="12700">
              <a:lnSpc>
                <a:spcPct val="100000"/>
              </a:lnSpc>
              <a:spcBef>
                <a:spcPts val="2680"/>
              </a:spcBef>
            </a:pPr>
            <a:r>
              <a:rPr dirty="0">
                <a:latin typeface="Times New Roman"/>
                <a:cs typeface="Times New Roman"/>
              </a:rPr>
              <a:t>→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b="1" dirty="0">
                <a:latin typeface="Arial"/>
                <a:cs typeface="Arial"/>
              </a:rPr>
              <a:t>Temporal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dirty="0"/>
              <a:t>regions</a:t>
            </a:r>
            <a:r>
              <a:rPr spc="-5" dirty="0"/>
              <a:t> </a:t>
            </a:r>
            <a:r>
              <a:rPr dirty="0"/>
              <a:t>involved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retrieval</a:t>
            </a:r>
            <a:r>
              <a:rPr spc="-10" dirty="0"/>
              <a:t> </a:t>
            </a:r>
            <a:r>
              <a:rPr dirty="0"/>
              <a:t>of </a:t>
            </a:r>
            <a:r>
              <a:rPr b="1" spc="-10" dirty="0">
                <a:latin typeface="Arial"/>
                <a:cs typeface="Arial"/>
              </a:rPr>
              <a:t>nouns</a:t>
            </a:r>
          </a:p>
          <a:p>
            <a:pPr marL="12700">
              <a:lnSpc>
                <a:spcPct val="100000"/>
              </a:lnSpc>
              <a:spcBef>
                <a:spcPts val="2585"/>
              </a:spcBef>
            </a:pPr>
            <a:r>
              <a:rPr dirty="0">
                <a:latin typeface="Times New Roman"/>
                <a:cs typeface="Times New Roman"/>
              </a:rPr>
              <a:t>→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b="1" dirty="0">
                <a:latin typeface="Arial"/>
                <a:cs typeface="Arial"/>
              </a:rPr>
              <a:t>Frontal </a:t>
            </a:r>
            <a:r>
              <a:rPr dirty="0"/>
              <a:t>regions</a:t>
            </a:r>
            <a:r>
              <a:rPr spc="-5" dirty="0"/>
              <a:t> </a:t>
            </a:r>
            <a:r>
              <a:rPr dirty="0"/>
              <a:t>involved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retrieval</a:t>
            </a:r>
            <a:r>
              <a:rPr spc="-10" dirty="0"/>
              <a:t> </a:t>
            </a:r>
            <a:r>
              <a:rPr dirty="0"/>
              <a:t>of </a:t>
            </a:r>
            <a:r>
              <a:rPr b="1" spc="-10" dirty="0">
                <a:latin typeface="Arial"/>
                <a:cs typeface="Arial"/>
              </a:rPr>
              <a:t>verbs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BACKGROUND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20" dirty="0"/>
              <a:t> </a:t>
            </a:r>
            <a:r>
              <a:rPr dirty="0"/>
              <a:t>does</a:t>
            </a:r>
            <a:r>
              <a:rPr spc="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brain distinguish nouns and verbs?</a:t>
            </a:r>
            <a:r>
              <a:rPr spc="5" dirty="0"/>
              <a:t> </a:t>
            </a:r>
            <a:r>
              <a:rPr b="1" dirty="0">
                <a:latin typeface="Arial"/>
                <a:cs typeface="Arial"/>
              </a:rPr>
              <a:t>It’s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complicated…</a:t>
            </a: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b="1" dirty="0">
                <a:solidFill>
                  <a:srgbClr val="C00000"/>
                </a:solidFill>
                <a:latin typeface="Arial"/>
                <a:cs typeface="Arial"/>
              </a:rPr>
              <a:t>Fronto-Temporal</a:t>
            </a:r>
            <a:r>
              <a:rPr b="1" spc="-10" dirty="0">
                <a:solidFill>
                  <a:srgbClr val="C00000"/>
                </a:solidFill>
                <a:latin typeface="Arial"/>
                <a:cs typeface="Arial"/>
              </a:rPr>
              <a:t> Dichotomy</a:t>
            </a: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>
                <a:solidFill>
                  <a:srgbClr val="C00000"/>
                </a:solidFill>
              </a:rPr>
              <a:t>Damasio</a:t>
            </a:r>
            <a:r>
              <a:rPr spc="-10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and Tranel</a:t>
            </a:r>
            <a:r>
              <a:rPr spc="-5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(1993)</a:t>
            </a: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dirty="0"/>
              <a:t>Patients</a:t>
            </a:r>
            <a:r>
              <a:rPr spc="-5" dirty="0"/>
              <a:t> </a:t>
            </a:r>
            <a:r>
              <a:rPr dirty="0"/>
              <a:t>with </a:t>
            </a:r>
            <a:r>
              <a:rPr b="1" dirty="0">
                <a:latin typeface="Arial"/>
                <a:cs typeface="Arial"/>
              </a:rPr>
              <a:t>brain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lesions </a:t>
            </a:r>
            <a:r>
              <a:rPr dirty="0"/>
              <a:t>doing</a:t>
            </a:r>
            <a:r>
              <a:rPr spc="5" dirty="0"/>
              <a:t> </a:t>
            </a:r>
            <a:r>
              <a:rPr b="1" dirty="0">
                <a:latin typeface="Arial"/>
                <a:cs typeface="Arial"/>
              </a:rPr>
              <a:t>object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dirty="0"/>
              <a:t>and </a:t>
            </a:r>
            <a:r>
              <a:rPr b="1" dirty="0">
                <a:latin typeface="Arial"/>
                <a:cs typeface="Arial"/>
              </a:rPr>
              <a:t>action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dirty="0"/>
              <a:t>naming </a:t>
            </a:r>
            <a:r>
              <a:rPr spc="-20" dirty="0"/>
              <a:t>tasks</a:t>
            </a:r>
          </a:p>
          <a:p>
            <a:pPr marL="12700">
              <a:lnSpc>
                <a:spcPct val="100000"/>
              </a:lnSpc>
              <a:spcBef>
                <a:spcPts val="2680"/>
              </a:spcBef>
            </a:pPr>
            <a:r>
              <a:rPr dirty="0">
                <a:latin typeface="Times New Roman"/>
                <a:cs typeface="Times New Roman"/>
              </a:rPr>
              <a:t>→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b="1" dirty="0">
                <a:latin typeface="Arial"/>
                <a:cs typeface="Arial"/>
              </a:rPr>
              <a:t>Temporal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dirty="0"/>
              <a:t>regions</a:t>
            </a:r>
            <a:r>
              <a:rPr spc="-5" dirty="0"/>
              <a:t> </a:t>
            </a:r>
            <a:r>
              <a:rPr dirty="0"/>
              <a:t>involved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retrieval</a:t>
            </a:r>
            <a:r>
              <a:rPr spc="-10" dirty="0"/>
              <a:t> </a:t>
            </a:r>
            <a:r>
              <a:rPr dirty="0"/>
              <a:t>of </a:t>
            </a:r>
            <a:r>
              <a:rPr b="1" spc="-10" dirty="0">
                <a:latin typeface="Arial"/>
                <a:cs typeface="Arial"/>
              </a:rPr>
              <a:t>nouns</a:t>
            </a:r>
          </a:p>
          <a:p>
            <a:pPr marL="12700">
              <a:lnSpc>
                <a:spcPct val="100000"/>
              </a:lnSpc>
              <a:spcBef>
                <a:spcPts val="2585"/>
              </a:spcBef>
            </a:pPr>
            <a:r>
              <a:rPr dirty="0">
                <a:latin typeface="Times New Roman"/>
                <a:cs typeface="Times New Roman"/>
              </a:rPr>
              <a:t>→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b="1" dirty="0">
                <a:latin typeface="Arial"/>
                <a:cs typeface="Arial"/>
              </a:rPr>
              <a:t>Frontal </a:t>
            </a:r>
            <a:r>
              <a:rPr dirty="0"/>
              <a:t>regions</a:t>
            </a:r>
            <a:r>
              <a:rPr spc="-5" dirty="0"/>
              <a:t> </a:t>
            </a:r>
            <a:r>
              <a:rPr dirty="0"/>
              <a:t>involved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retrieval</a:t>
            </a:r>
            <a:r>
              <a:rPr spc="-10" dirty="0"/>
              <a:t> </a:t>
            </a:r>
            <a:r>
              <a:rPr dirty="0"/>
              <a:t>of </a:t>
            </a:r>
            <a:r>
              <a:rPr b="1" spc="-10" dirty="0">
                <a:latin typeface="Arial"/>
                <a:cs typeface="Arial"/>
              </a:rPr>
              <a:t>verbs</a:t>
            </a: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i="1" dirty="0">
                <a:latin typeface="Arial"/>
                <a:cs typeface="Arial"/>
              </a:rPr>
              <a:t>What</a:t>
            </a:r>
            <a:r>
              <a:rPr i="1" spc="-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is</a:t>
            </a:r>
            <a:r>
              <a:rPr i="1" spc="-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driving</a:t>
            </a:r>
            <a:r>
              <a:rPr i="1" spc="-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the</a:t>
            </a:r>
            <a:r>
              <a:rPr i="1" spc="-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distinction?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BACKGROUND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577688" y="2228907"/>
            <a:ext cx="15467965" cy="532004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20" dirty="0"/>
              <a:t> </a:t>
            </a:r>
            <a:r>
              <a:rPr dirty="0"/>
              <a:t>does</a:t>
            </a:r>
            <a:r>
              <a:rPr spc="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brain distinguish nouns and verbs?</a:t>
            </a:r>
            <a:r>
              <a:rPr spc="5" dirty="0"/>
              <a:t> </a:t>
            </a:r>
            <a:r>
              <a:rPr b="1" dirty="0">
                <a:latin typeface="Arial"/>
                <a:cs typeface="Arial"/>
              </a:rPr>
              <a:t>It’s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complicated…</a:t>
            </a: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b="1" dirty="0">
                <a:solidFill>
                  <a:srgbClr val="C00000"/>
                </a:solidFill>
                <a:latin typeface="Arial"/>
                <a:cs typeface="Arial"/>
              </a:rPr>
              <a:t>Emergentist</a:t>
            </a:r>
            <a:r>
              <a:rPr b="1" spc="-20" dirty="0">
                <a:solidFill>
                  <a:srgbClr val="C00000"/>
                </a:solidFill>
                <a:latin typeface="Arial"/>
                <a:cs typeface="Arial"/>
              </a:rPr>
              <a:t> View</a:t>
            </a: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>
                <a:solidFill>
                  <a:srgbClr val="C00000"/>
                </a:solidFill>
              </a:rPr>
              <a:t>Bird et</a:t>
            </a:r>
            <a:r>
              <a:rPr spc="-5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al. (2000),</a:t>
            </a:r>
            <a:r>
              <a:rPr spc="-5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Vigliocco</a:t>
            </a:r>
            <a:r>
              <a:rPr spc="5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et</a:t>
            </a:r>
            <a:r>
              <a:rPr spc="-5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al.</a:t>
            </a:r>
            <a:r>
              <a:rPr spc="-5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(2011)</a:t>
            </a: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dirty="0"/>
              <a:t>Noun / Verb</a:t>
            </a:r>
            <a:r>
              <a:rPr spc="5" dirty="0"/>
              <a:t> </a:t>
            </a:r>
            <a:r>
              <a:rPr dirty="0"/>
              <a:t>distinction</a:t>
            </a:r>
            <a:r>
              <a:rPr spc="-5" dirty="0"/>
              <a:t> </a:t>
            </a:r>
            <a:r>
              <a:rPr dirty="0"/>
              <a:t>is</a:t>
            </a:r>
            <a:r>
              <a:rPr spc="5" dirty="0"/>
              <a:t> </a:t>
            </a:r>
            <a:r>
              <a:rPr dirty="0"/>
              <a:t>not </a:t>
            </a:r>
            <a:r>
              <a:rPr b="1" dirty="0">
                <a:latin typeface="Arial"/>
                <a:cs typeface="Arial"/>
              </a:rPr>
              <a:t>lexical </a:t>
            </a:r>
            <a:r>
              <a:rPr dirty="0"/>
              <a:t>but </a:t>
            </a:r>
            <a:r>
              <a:rPr b="1" spc="-10" dirty="0">
                <a:latin typeface="Arial"/>
                <a:cs typeface="Arial"/>
              </a:rPr>
              <a:t>semantic</a:t>
            </a:r>
          </a:p>
          <a:p>
            <a:pPr marL="12700">
              <a:lnSpc>
                <a:spcPct val="100000"/>
              </a:lnSpc>
              <a:spcBef>
                <a:spcPts val="2680"/>
              </a:spcBef>
            </a:pPr>
            <a:r>
              <a:rPr dirty="0">
                <a:latin typeface="Times New Roman"/>
                <a:cs typeface="Times New Roman"/>
              </a:rPr>
              <a:t>→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dirty="0"/>
              <a:t>Nouns</a:t>
            </a:r>
            <a:r>
              <a:rPr spc="-5" dirty="0"/>
              <a:t> </a:t>
            </a:r>
            <a:r>
              <a:rPr dirty="0"/>
              <a:t>tend</a:t>
            </a:r>
            <a:r>
              <a:rPr spc="15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dirty="0"/>
              <a:t>be </a:t>
            </a:r>
            <a:r>
              <a:rPr b="1" dirty="0">
                <a:latin typeface="Arial"/>
                <a:cs typeface="Arial"/>
              </a:rPr>
              <a:t>more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imageable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dirty="0"/>
              <a:t>related</a:t>
            </a:r>
            <a:r>
              <a:rPr spc="5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b="1" spc="-10" dirty="0">
                <a:latin typeface="Arial"/>
                <a:cs typeface="Arial"/>
              </a:rPr>
              <a:t>objects</a:t>
            </a:r>
            <a:endParaRPr lang="en-US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00"/>
              </a:spcBef>
            </a:pPr>
            <a:r>
              <a:rPr lang="en-US" dirty="0">
                <a:latin typeface="Times New Roman"/>
                <a:cs typeface="Times New Roman"/>
              </a:rPr>
              <a:t>→</a:t>
            </a:r>
            <a:r>
              <a:rPr lang="en-US" spc="105" dirty="0">
                <a:latin typeface="Times New Roman"/>
                <a:cs typeface="Times New Roman"/>
              </a:rPr>
              <a:t> </a:t>
            </a:r>
            <a:r>
              <a:rPr lang="en-US" dirty="0"/>
              <a:t>Verbs</a:t>
            </a:r>
            <a:r>
              <a:rPr lang="en-US" spc="5" dirty="0"/>
              <a:t> </a:t>
            </a:r>
            <a:r>
              <a:rPr lang="en-US" dirty="0"/>
              <a:t>are</a:t>
            </a:r>
            <a:r>
              <a:rPr lang="en-US" spc="10" dirty="0"/>
              <a:t> </a:t>
            </a:r>
            <a:r>
              <a:rPr lang="en-US" b="1" dirty="0">
                <a:latin typeface="Arial"/>
                <a:cs typeface="Arial"/>
              </a:rPr>
              <a:t>less</a:t>
            </a:r>
            <a:r>
              <a:rPr lang="en-US" b="1" spc="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imageable</a:t>
            </a:r>
            <a:r>
              <a:rPr lang="en-US" b="1" spc="15" dirty="0">
                <a:latin typeface="Arial"/>
                <a:cs typeface="Arial"/>
              </a:rPr>
              <a:t> </a:t>
            </a:r>
            <a:r>
              <a:rPr lang="en-US" dirty="0"/>
              <a:t>and</a:t>
            </a:r>
            <a:r>
              <a:rPr lang="en-US" spc="5" dirty="0"/>
              <a:t> </a:t>
            </a:r>
            <a:r>
              <a:rPr lang="en-US" dirty="0"/>
              <a:t>related</a:t>
            </a:r>
            <a:r>
              <a:rPr lang="en-US" spc="5" dirty="0"/>
              <a:t> </a:t>
            </a:r>
            <a:r>
              <a:rPr lang="en-US" dirty="0"/>
              <a:t>to</a:t>
            </a:r>
            <a:r>
              <a:rPr lang="en-US" spc="10" dirty="0"/>
              <a:t> </a:t>
            </a:r>
            <a:r>
              <a:rPr lang="en-US" b="1" spc="-10" dirty="0">
                <a:latin typeface="Arial"/>
                <a:cs typeface="Arial"/>
              </a:rPr>
              <a:t>actions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BACKGROUND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7688" y="2228907"/>
            <a:ext cx="17987010" cy="62818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dirty="0">
                <a:latin typeface="Arial"/>
                <a:cs typeface="Arial"/>
              </a:rPr>
              <a:t>How</a:t>
            </a:r>
            <a:r>
              <a:rPr sz="3950" spc="-2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does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the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brain distinguish nouns and verbs?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It’s</a:t>
            </a:r>
            <a:r>
              <a:rPr sz="3950" b="1" spc="5" dirty="0">
                <a:latin typeface="Arial"/>
                <a:cs typeface="Arial"/>
              </a:rPr>
              <a:t> </a:t>
            </a:r>
            <a:r>
              <a:rPr sz="3950" b="1" spc="-10" dirty="0">
                <a:latin typeface="Arial"/>
                <a:cs typeface="Arial"/>
              </a:rPr>
              <a:t>complicated…</a:t>
            </a:r>
            <a:endParaRPr sz="3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3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950" b="1" dirty="0">
                <a:solidFill>
                  <a:srgbClr val="C00000"/>
                </a:solidFill>
                <a:latin typeface="Arial"/>
                <a:cs typeface="Arial"/>
              </a:rPr>
              <a:t>Combinatorial</a:t>
            </a:r>
            <a:r>
              <a:rPr sz="395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950" b="1" spc="-20" dirty="0">
                <a:solidFill>
                  <a:srgbClr val="C00000"/>
                </a:solidFill>
                <a:latin typeface="Arial"/>
                <a:cs typeface="Arial"/>
              </a:rPr>
              <a:t>View</a:t>
            </a:r>
            <a:endParaRPr sz="3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3950" dirty="0">
                <a:solidFill>
                  <a:srgbClr val="C00000"/>
                </a:solidFill>
                <a:latin typeface="Arial"/>
                <a:cs typeface="Arial"/>
              </a:rPr>
              <a:t>Shapiro et</a:t>
            </a:r>
            <a:r>
              <a:rPr sz="3950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C00000"/>
                </a:solidFill>
                <a:latin typeface="Arial"/>
                <a:cs typeface="Arial"/>
              </a:rPr>
              <a:t>al.</a:t>
            </a:r>
            <a:r>
              <a:rPr sz="3950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950" spc="-10" dirty="0">
                <a:solidFill>
                  <a:srgbClr val="C00000"/>
                </a:solidFill>
                <a:latin typeface="Arial"/>
                <a:cs typeface="Arial"/>
              </a:rPr>
              <a:t>(2003)</a:t>
            </a:r>
            <a:endParaRPr sz="3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sz="3950" dirty="0">
                <a:latin typeface="Arial"/>
                <a:cs typeface="Arial"/>
              </a:rPr>
              <a:t>Noun / Verb distinction driven by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computational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spc="-10" dirty="0">
                <a:latin typeface="Arial"/>
                <a:cs typeface="Arial"/>
              </a:rPr>
              <a:t>processes</a:t>
            </a:r>
            <a:endParaRPr sz="3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80"/>
              </a:spcBef>
            </a:pPr>
            <a:r>
              <a:rPr sz="3950" dirty="0">
                <a:latin typeface="Times New Roman"/>
                <a:cs typeface="Times New Roman"/>
              </a:rPr>
              <a:t>→</a:t>
            </a:r>
            <a:r>
              <a:rPr sz="3950" spc="10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Arial"/>
                <a:cs typeface="Arial"/>
              </a:rPr>
              <a:t>Pseudowords: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he</a:t>
            </a:r>
            <a:r>
              <a:rPr sz="3950" b="1" spc="5" dirty="0">
                <a:latin typeface="Arial"/>
                <a:cs typeface="Arial"/>
              </a:rPr>
              <a:t> </a:t>
            </a:r>
            <a:r>
              <a:rPr sz="3950" b="1" dirty="0" err="1">
                <a:latin typeface="Arial"/>
                <a:cs typeface="Arial"/>
              </a:rPr>
              <a:t>wugged</a:t>
            </a:r>
            <a:r>
              <a:rPr sz="3950" b="1" i="1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and </a:t>
            </a:r>
            <a:r>
              <a:rPr sz="3950" b="1" dirty="0">
                <a:latin typeface="Arial"/>
                <a:cs typeface="Arial"/>
              </a:rPr>
              <a:t>the</a:t>
            </a:r>
            <a:r>
              <a:rPr sz="3950" b="1" spc="5" dirty="0">
                <a:latin typeface="Arial"/>
                <a:cs typeface="Arial"/>
              </a:rPr>
              <a:t> </a:t>
            </a:r>
            <a:r>
              <a:rPr sz="3950" b="1" dirty="0" err="1">
                <a:latin typeface="Arial"/>
                <a:cs typeface="Arial"/>
              </a:rPr>
              <a:t>wugs</a:t>
            </a:r>
            <a:r>
              <a:rPr sz="3950" i="1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represented in distinct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brain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spc="-20" dirty="0">
                <a:latin typeface="Arial"/>
                <a:cs typeface="Arial"/>
              </a:rPr>
              <a:t>areas</a:t>
            </a:r>
            <a:endParaRPr lang="en-US" sz="4000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85"/>
              </a:spcBef>
            </a:pPr>
            <a:r>
              <a:rPr lang="en-US" sz="4000" dirty="0">
                <a:latin typeface="Times New Roman"/>
                <a:cs typeface="Times New Roman"/>
              </a:rPr>
              <a:t>→</a:t>
            </a:r>
            <a:r>
              <a:rPr lang="en-US" sz="4000" spc="105" dirty="0">
                <a:latin typeface="Times New Roman"/>
                <a:cs typeface="Times New Roman"/>
              </a:rPr>
              <a:t> </a:t>
            </a:r>
            <a:r>
              <a:rPr lang="en-US" sz="4000" dirty="0"/>
              <a:t>Left Inferior Frontal Gyrus (LIFG) activation during </a:t>
            </a:r>
            <a:r>
              <a:rPr lang="en-US" sz="4000" b="1" dirty="0"/>
              <a:t>verb</a:t>
            </a:r>
            <a:r>
              <a:rPr lang="en-US" sz="4000" dirty="0"/>
              <a:t> inflection</a:t>
            </a:r>
            <a:endParaRPr lang="en-US" sz="4000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80"/>
              </a:spcBef>
            </a:pPr>
            <a:endParaRPr sz="395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BACKGROUND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7688" y="2228907"/>
            <a:ext cx="16420465" cy="8094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dirty="0">
                <a:latin typeface="Arial"/>
                <a:cs typeface="Arial"/>
              </a:rPr>
              <a:t>How</a:t>
            </a:r>
            <a:r>
              <a:rPr sz="3950" spc="-2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does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the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brain distinguish nouns and verbs?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It’s</a:t>
            </a:r>
            <a:r>
              <a:rPr sz="3950" b="1" spc="5" dirty="0">
                <a:latin typeface="Arial"/>
                <a:cs typeface="Arial"/>
              </a:rPr>
              <a:t> </a:t>
            </a:r>
            <a:r>
              <a:rPr sz="3950" b="1" spc="-10" dirty="0">
                <a:latin typeface="Arial"/>
                <a:cs typeface="Arial"/>
              </a:rPr>
              <a:t>complicated…</a:t>
            </a:r>
            <a:endParaRPr sz="3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3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950" b="1" dirty="0">
                <a:solidFill>
                  <a:srgbClr val="C00000"/>
                </a:solidFill>
                <a:latin typeface="Arial"/>
                <a:cs typeface="Arial"/>
              </a:rPr>
              <a:t>Distributed</a:t>
            </a:r>
            <a:r>
              <a:rPr sz="395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950" b="1" spc="-10" dirty="0">
                <a:solidFill>
                  <a:srgbClr val="C00000"/>
                </a:solidFill>
                <a:latin typeface="Arial"/>
                <a:cs typeface="Arial"/>
              </a:rPr>
              <a:t>Account</a:t>
            </a:r>
            <a:endParaRPr sz="3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3950" dirty="0">
                <a:solidFill>
                  <a:srgbClr val="C00000"/>
                </a:solidFill>
                <a:latin typeface="Arial"/>
                <a:cs typeface="Arial"/>
              </a:rPr>
              <a:t>Crepaldi</a:t>
            </a:r>
            <a:r>
              <a:rPr sz="395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C00000"/>
                </a:solidFill>
                <a:latin typeface="Arial"/>
                <a:cs typeface="Arial"/>
              </a:rPr>
              <a:t>et al.</a:t>
            </a:r>
            <a:r>
              <a:rPr sz="395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950" spc="-10" dirty="0">
                <a:solidFill>
                  <a:srgbClr val="C00000"/>
                </a:solidFill>
                <a:latin typeface="Arial"/>
                <a:cs typeface="Arial"/>
              </a:rPr>
              <a:t>(2013)</a:t>
            </a:r>
            <a:endParaRPr sz="3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sz="3950" dirty="0">
                <a:latin typeface="Arial"/>
                <a:cs typeface="Arial"/>
              </a:rPr>
              <a:t>Theory-blind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meta-analysis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based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on 36 neuroimaging </a:t>
            </a:r>
            <a:r>
              <a:rPr sz="3950" spc="-10" dirty="0">
                <a:latin typeface="Arial"/>
                <a:cs typeface="Arial"/>
              </a:rPr>
              <a:t>studies</a:t>
            </a:r>
            <a:endParaRPr sz="3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80"/>
              </a:spcBef>
            </a:pPr>
            <a:r>
              <a:rPr sz="3950" dirty="0">
                <a:latin typeface="Times New Roman"/>
                <a:cs typeface="Times New Roman"/>
              </a:rPr>
              <a:t>→</a:t>
            </a:r>
            <a:r>
              <a:rPr sz="3950" spc="10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Arial"/>
                <a:cs typeface="Arial"/>
              </a:rPr>
              <a:t>32 reliable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b="1" spc="-10" dirty="0">
                <a:latin typeface="Arial"/>
                <a:cs typeface="Arial"/>
              </a:rPr>
              <a:t>clusters:</a:t>
            </a:r>
            <a:endParaRPr sz="3950" dirty="0">
              <a:latin typeface="Arial"/>
              <a:cs typeface="Arial"/>
            </a:endParaRPr>
          </a:p>
          <a:p>
            <a:pPr marL="1520190">
              <a:lnSpc>
                <a:spcPct val="100000"/>
              </a:lnSpc>
              <a:spcBef>
                <a:spcPts val="940"/>
              </a:spcBef>
            </a:pPr>
            <a:r>
              <a:rPr sz="3950" dirty="0">
                <a:latin typeface="Arial"/>
                <a:cs typeface="Arial"/>
              </a:rPr>
              <a:t>3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for</a:t>
            </a:r>
            <a:r>
              <a:rPr sz="3950" spc="10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nouns</a:t>
            </a:r>
            <a:r>
              <a:rPr sz="3950" b="1" spc="10" dirty="0">
                <a:latin typeface="Arial"/>
                <a:cs typeface="Arial"/>
              </a:rPr>
              <a:t> </a:t>
            </a:r>
            <a:r>
              <a:rPr sz="3950" spc="-10" dirty="0">
                <a:latin typeface="Arial"/>
                <a:cs typeface="Arial"/>
              </a:rPr>
              <a:t>(R-</a:t>
            </a:r>
            <a:r>
              <a:rPr sz="3950" dirty="0">
                <a:latin typeface="Arial"/>
                <a:cs typeface="Arial"/>
              </a:rPr>
              <a:t>ITG,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L-AG,</a:t>
            </a:r>
            <a:r>
              <a:rPr sz="3950" spc="1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L-</a:t>
            </a:r>
            <a:r>
              <a:rPr sz="3950" spc="-20" dirty="0">
                <a:latin typeface="Arial"/>
                <a:cs typeface="Arial"/>
              </a:rPr>
              <a:t>IPG)</a:t>
            </a:r>
            <a:endParaRPr sz="3950" dirty="0">
              <a:latin typeface="Arial"/>
              <a:cs typeface="Arial"/>
            </a:endParaRPr>
          </a:p>
          <a:p>
            <a:pPr marL="1520190">
              <a:lnSpc>
                <a:spcPct val="100000"/>
              </a:lnSpc>
              <a:spcBef>
                <a:spcPts val="204"/>
              </a:spcBef>
            </a:pPr>
            <a:r>
              <a:rPr sz="3950" dirty="0">
                <a:latin typeface="Arial"/>
                <a:cs typeface="Arial"/>
              </a:rPr>
              <a:t>1 for</a:t>
            </a:r>
            <a:r>
              <a:rPr sz="3950" spc="10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verbs</a:t>
            </a:r>
            <a:r>
              <a:rPr sz="3950" b="1" spc="10" dirty="0">
                <a:latin typeface="Arial"/>
                <a:cs typeface="Arial"/>
              </a:rPr>
              <a:t> </a:t>
            </a:r>
            <a:r>
              <a:rPr sz="3950" spc="-10" dirty="0">
                <a:latin typeface="Arial"/>
                <a:cs typeface="Arial"/>
              </a:rPr>
              <a:t>(R-</a:t>
            </a:r>
            <a:r>
              <a:rPr sz="3950" spc="-20" dirty="0">
                <a:latin typeface="Arial"/>
                <a:cs typeface="Arial"/>
              </a:rPr>
              <a:t>MTG)</a:t>
            </a:r>
            <a:endParaRPr sz="3950" dirty="0">
              <a:latin typeface="Arial"/>
              <a:cs typeface="Arial"/>
            </a:endParaRPr>
          </a:p>
          <a:p>
            <a:pPr marL="1520190">
              <a:lnSpc>
                <a:spcPct val="100000"/>
              </a:lnSpc>
              <a:spcBef>
                <a:spcPts val="290"/>
              </a:spcBef>
            </a:pPr>
            <a:r>
              <a:rPr sz="3950" dirty="0">
                <a:latin typeface="Arial"/>
                <a:cs typeface="Arial"/>
              </a:rPr>
              <a:t>3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both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nouns</a:t>
            </a:r>
            <a:r>
              <a:rPr sz="3950" b="1" spc="1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and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verbs</a:t>
            </a:r>
            <a:r>
              <a:rPr sz="3950" dirty="0">
                <a:latin typeface="Arial"/>
                <a:cs typeface="Arial"/>
              </a:rPr>
              <a:t>;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Task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dependent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(L-IFG,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spc="-10" dirty="0">
                <a:latin typeface="Arial"/>
                <a:cs typeface="Arial"/>
              </a:rPr>
              <a:t>R-</a:t>
            </a:r>
            <a:r>
              <a:rPr sz="3950" dirty="0">
                <a:latin typeface="Arial"/>
                <a:cs typeface="Arial"/>
              </a:rPr>
              <a:t>IFG,</a:t>
            </a:r>
            <a:r>
              <a:rPr sz="3950" spc="1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L-</a:t>
            </a:r>
            <a:r>
              <a:rPr sz="3950" spc="-10" dirty="0">
                <a:latin typeface="Arial"/>
                <a:cs typeface="Arial"/>
              </a:rPr>
              <a:t>Insula)</a:t>
            </a:r>
            <a:endParaRPr sz="3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sz="3950" dirty="0">
                <a:latin typeface="Times New Roman"/>
                <a:cs typeface="Times New Roman"/>
              </a:rPr>
              <a:t>→</a:t>
            </a:r>
            <a:r>
              <a:rPr sz="3950" spc="10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Arial"/>
                <a:cs typeface="Arial"/>
              </a:rPr>
              <a:t>No</a:t>
            </a:r>
            <a:r>
              <a:rPr sz="3950" spc="-1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support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for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Fronto-Temporal</a:t>
            </a:r>
            <a:r>
              <a:rPr sz="3950" b="1" spc="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dichotomy</a:t>
            </a:r>
            <a:r>
              <a:rPr sz="3950" spc="-1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or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Embodied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10" dirty="0">
                <a:latin typeface="Arial"/>
                <a:cs typeface="Arial"/>
              </a:rPr>
              <a:t>Cognition</a:t>
            </a:r>
            <a:endParaRPr sz="3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05"/>
              </a:spcBef>
            </a:pPr>
            <a:r>
              <a:rPr sz="3950" dirty="0">
                <a:latin typeface="Times New Roman"/>
                <a:cs typeface="Times New Roman"/>
              </a:rPr>
              <a:t>→</a:t>
            </a:r>
            <a:r>
              <a:rPr sz="3950" spc="110" dirty="0">
                <a:latin typeface="Times New Roman"/>
                <a:cs typeface="Times New Roman"/>
              </a:rPr>
              <a:t> </a:t>
            </a:r>
            <a:r>
              <a:rPr sz="3950" b="1" dirty="0">
                <a:latin typeface="Arial"/>
                <a:cs typeface="Arial"/>
              </a:rPr>
              <a:t>Distributed</a:t>
            </a:r>
            <a:r>
              <a:rPr sz="3950" b="1" spc="-1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processing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of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nouns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and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spc="-10" dirty="0">
                <a:latin typeface="Arial"/>
                <a:cs typeface="Arial"/>
              </a:rPr>
              <a:t>verbs</a:t>
            </a:r>
            <a:endParaRPr sz="395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FE2ED-662C-69D1-488E-05E8B2E98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F291B2E-888F-6CC3-BBB0-B060A608CE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BACKGROUND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F354EB0-B303-FA26-906B-52B48295A2D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CE70C3E4-E0EB-74DE-5ED0-59393FEBD9AF}"/>
              </a:ext>
            </a:extLst>
          </p:cNvPr>
          <p:cNvSpPr txBox="1"/>
          <p:nvPr/>
        </p:nvSpPr>
        <p:spPr>
          <a:xfrm>
            <a:off x="577688" y="2228907"/>
            <a:ext cx="16420465" cy="4027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950" b="1" dirty="0">
                <a:solidFill>
                  <a:srgbClr val="C00000"/>
                </a:solidFill>
                <a:latin typeface="Arial"/>
                <a:cs typeface="Arial"/>
              </a:rPr>
              <a:t>Prior Methods</a:t>
            </a:r>
            <a:endParaRPr sz="3950" dirty="0">
              <a:latin typeface="Arial"/>
              <a:cs typeface="Arial"/>
            </a:endParaRPr>
          </a:p>
          <a:p>
            <a:pPr marL="584200" indent="-571500">
              <a:lnSpc>
                <a:spcPct val="100000"/>
              </a:lnSpc>
              <a:spcBef>
                <a:spcPts val="1945"/>
              </a:spcBef>
              <a:buFont typeface="Arial" panose="020B0604020202020204" pitchFamily="34" charset="0"/>
              <a:buChar char="•"/>
            </a:pPr>
            <a:r>
              <a:rPr lang="en-US" sz="3950" dirty="0">
                <a:latin typeface="Arial"/>
                <a:cs typeface="Arial"/>
              </a:rPr>
              <a:t>Block design</a:t>
            </a:r>
          </a:p>
          <a:p>
            <a:pPr marL="584200" indent="-571500">
              <a:lnSpc>
                <a:spcPct val="100000"/>
              </a:lnSpc>
              <a:spcBef>
                <a:spcPts val="1945"/>
              </a:spcBef>
              <a:buFont typeface="Arial" panose="020B0604020202020204" pitchFamily="34" charset="0"/>
              <a:buChar char="•"/>
            </a:pPr>
            <a:r>
              <a:rPr lang="en-US" sz="3950" dirty="0">
                <a:latin typeface="Arial"/>
                <a:cs typeface="Arial"/>
              </a:rPr>
              <a:t>Picture naming</a:t>
            </a: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lang="de-DE" sz="3950" dirty="0">
                <a:latin typeface="Times New Roman"/>
                <a:cs typeface="Times New Roman"/>
              </a:rPr>
              <a:t>→ </a:t>
            </a:r>
            <a:r>
              <a:rPr lang="de-DE" sz="3950" dirty="0" err="1">
                <a:latin typeface="Arial" panose="020B0604020202020204" pitchFamily="34" charset="0"/>
                <a:cs typeface="Arial" panose="020B0604020202020204" pitchFamily="34" charset="0"/>
              </a:rPr>
              <a:t>Does</a:t>
            </a:r>
            <a:r>
              <a:rPr lang="de-DE" sz="3950" dirty="0">
                <a:latin typeface="Arial" panose="020B0604020202020204" pitchFamily="34" charset="0"/>
                <a:cs typeface="Arial" panose="020B0604020202020204" pitchFamily="34" charset="0"/>
              </a:rPr>
              <a:t> not </a:t>
            </a:r>
            <a:r>
              <a:rPr lang="de-DE" sz="3950" dirty="0" err="1">
                <a:latin typeface="Arial" panose="020B0604020202020204" pitchFamily="34" charset="0"/>
                <a:cs typeface="Arial" panose="020B0604020202020204" pitchFamily="34" charset="0"/>
              </a:rPr>
              <a:t>necessarily</a:t>
            </a:r>
            <a:r>
              <a:rPr lang="de-DE" sz="39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950" dirty="0" err="1">
                <a:latin typeface="Arial" panose="020B0604020202020204" pitchFamily="34" charset="0"/>
                <a:cs typeface="Arial" panose="020B0604020202020204" pitchFamily="34" charset="0"/>
              </a:rPr>
              <a:t>reflect</a:t>
            </a:r>
            <a:r>
              <a:rPr lang="de-DE" sz="39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950" dirty="0" err="1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lang="de-DE" sz="39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950" dirty="0" err="1">
                <a:latin typeface="Arial" panose="020B0604020202020204" pitchFamily="34" charset="0"/>
                <a:cs typeface="Arial" panose="020B0604020202020204" pitchFamily="34" charset="0"/>
              </a:rPr>
              <a:t>processing</a:t>
            </a:r>
            <a:r>
              <a:rPr lang="de-DE" sz="395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DE" sz="3950" dirty="0" err="1">
                <a:latin typeface="Arial" panose="020B0604020202020204" pitchFamily="34" charset="0"/>
                <a:cs typeface="Arial" panose="020B0604020202020204" pitchFamily="34" charset="0"/>
              </a:rPr>
              <a:t>natural</a:t>
            </a:r>
            <a:r>
              <a:rPr lang="de-DE" sz="39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950" dirty="0" err="1"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endParaRPr lang="en-US" sz="3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endParaRPr sz="3950" b="1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D7033D6-F0D4-252A-43B0-5046357A87A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865266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56E8F-69AB-2F82-5D83-04CF10281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17F8B82A-267C-377C-B19E-B9D0C61C4B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BACKGROUND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D440490-7E9A-C176-0CBE-5DADE0DAB4D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0F2061CE-F42E-7272-58A6-10C0BF6A4866}"/>
              </a:ext>
            </a:extLst>
          </p:cNvPr>
          <p:cNvSpPr txBox="1"/>
          <p:nvPr/>
        </p:nvSpPr>
        <p:spPr>
          <a:xfrm>
            <a:off x="577688" y="2228907"/>
            <a:ext cx="16420465" cy="7433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950" b="1" dirty="0">
                <a:solidFill>
                  <a:srgbClr val="C00000"/>
                </a:solidFill>
                <a:latin typeface="Arial"/>
                <a:cs typeface="Arial"/>
              </a:rPr>
              <a:t>Prior Methods</a:t>
            </a:r>
            <a:endParaRPr lang="en-US" sz="3950" dirty="0">
              <a:latin typeface="Arial"/>
              <a:cs typeface="Arial"/>
            </a:endParaRPr>
          </a:p>
          <a:p>
            <a:pPr marL="584200" indent="-571500">
              <a:lnSpc>
                <a:spcPct val="100000"/>
              </a:lnSpc>
              <a:spcBef>
                <a:spcPts val="1945"/>
              </a:spcBef>
              <a:buFont typeface="Arial" panose="020B0604020202020204" pitchFamily="34" charset="0"/>
              <a:buChar char="•"/>
            </a:pPr>
            <a:r>
              <a:rPr lang="en-US" sz="3950" dirty="0">
                <a:latin typeface="Arial"/>
                <a:cs typeface="Arial"/>
              </a:rPr>
              <a:t>Block design</a:t>
            </a:r>
          </a:p>
          <a:p>
            <a:pPr marL="584200" indent="-571500">
              <a:lnSpc>
                <a:spcPct val="100000"/>
              </a:lnSpc>
              <a:spcBef>
                <a:spcPts val="1945"/>
              </a:spcBef>
              <a:buFont typeface="Arial" panose="020B0604020202020204" pitchFamily="34" charset="0"/>
              <a:buChar char="•"/>
            </a:pPr>
            <a:r>
              <a:rPr lang="en-US" sz="3950" dirty="0">
                <a:latin typeface="Arial"/>
                <a:cs typeface="Arial"/>
              </a:rPr>
              <a:t>Picture naming</a:t>
            </a: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lang="de-DE" sz="3950" dirty="0">
                <a:latin typeface="Times New Roman"/>
                <a:cs typeface="Times New Roman"/>
              </a:rPr>
              <a:t>→ </a:t>
            </a:r>
            <a:r>
              <a:rPr lang="de-DE" sz="3950" dirty="0" err="1">
                <a:latin typeface="Arial" panose="020B0604020202020204" pitchFamily="34" charset="0"/>
                <a:cs typeface="Arial" panose="020B0604020202020204" pitchFamily="34" charset="0"/>
              </a:rPr>
              <a:t>Does</a:t>
            </a:r>
            <a:r>
              <a:rPr lang="de-DE" sz="3950" dirty="0">
                <a:latin typeface="Arial" panose="020B0604020202020204" pitchFamily="34" charset="0"/>
                <a:cs typeface="Arial" panose="020B0604020202020204" pitchFamily="34" charset="0"/>
              </a:rPr>
              <a:t> not </a:t>
            </a:r>
            <a:r>
              <a:rPr lang="de-DE" sz="3950" dirty="0" err="1">
                <a:latin typeface="Arial" panose="020B0604020202020204" pitchFamily="34" charset="0"/>
                <a:cs typeface="Arial" panose="020B0604020202020204" pitchFamily="34" charset="0"/>
              </a:rPr>
              <a:t>necessarily</a:t>
            </a:r>
            <a:r>
              <a:rPr lang="de-DE" sz="39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950" dirty="0" err="1">
                <a:latin typeface="Arial" panose="020B0604020202020204" pitchFamily="34" charset="0"/>
                <a:cs typeface="Arial" panose="020B0604020202020204" pitchFamily="34" charset="0"/>
              </a:rPr>
              <a:t>reflect</a:t>
            </a:r>
            <a:r>
              <a:rPr lang="de-DE" sz="39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950" dirty="0" err="1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lang="de-DE" sz="39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950" dirty="0" err="1">
                <a:latin typeface="Arial" panose="020B0604020202020204" pitchFamily="34" charset="0"/>
                <a:cs typeface="Arial" panose="020B0604020202020204" pitchFamily="34" charset="0"/>
              </a:rPr>
              <a:t>processing</a:t>
            </a:r>
            <a:r>
              <a:rPr lang="de-DE" sz="395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DE" sz="3950" b="1" dirty="0" err="1">
                <a:latin typeface="Arial" panose="020B0604020202020204" pitchFamily="34" charset="0"/>
                <a:cs typeface="Arial" panose="020B0604020202020204" pitchFamily="34" charset="0"/>
              </a:rPr>
              <a:t>natural</a:t>
            </a:r>
            <a:r>
              <a:rPr lang="de-DE" sz="395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950" b="1" dirty="0" err="1"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endParaRPr lang="de-DE" sz="395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endParaRPr lang="de-DE" sz="39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spcBef>
                <a:spcPts val="1945"/>
              </a:spcBef>
            </a:pPr>
            <a:r>
              <a:rPr lang="en-US" sz="3950" b="1" dirty="0">
                <a:solidFill>
                  <a:srgbClr val="C00000"/>
                </a:solidFill>
                <a:latin typeface="Arial"/>
                <a:cs typeface="Arial"/>
              </a:rPr>
              <a:t>Current Approach</a:t>
            </a:r>
          </a:p>
          <a:p>
            <a:pPr marL="584200" indent="-571500">
              <a:spcBef>
                <a:spcPts val="1945"/>
              </a:spcBef>
              <a:buFont typeface="Arial" panose="020B0604020202020204" pitchFamily="34" charset="0"/>
              <a:buChar char="•"/>
            </a:pPr>
            <a:r>
              <a:rPr lang="en-US" sz="3950" dirty="0">
                <a:solidFill>
                  <a:schemeClr val="tx1"/>
                </a:solidFill>
                <a:latin typeface="Arial"/>
                <a:cs typeface="Arial"/>
              </a:rPr>
              <a:t>Naturalistic stimuli (narrative stories)</a:t>
            </a:r>
          </a:p>
          <a:p>
            <a:pPr marL="584200" indent="-571500">
              <a:spcBef>
                <a:spcPts val="1945"/>
              </a:spcBef>
              <a:buFont typeface="Arial" panose="020B0604020202020204" pitchFamily="34" charset="0"/>
              <a:buChar char="•"/>
            </a:pPr>
            <a:r>
              <a:rPr lang="en-US" sz="3950" dirty="0" err="1">
                <a:solidFill>
                  <a:schemeClr val="tx1"/>
                </a:solidFill>
                <a:latin typeface="Arial"/>
                <a:cs typeface="Arial"/>
              </a:rPr>
              <a:t>Voxelwise</a:t>
            </a:r>
            <a:r>
              <a:rPr lang="en-US" sz="39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950" dirty="0" err="1">
                <a:solidFill>
                  <a:schemeClr val="tx1"/>
                </a:solidFill>
                <a:latin typeface="Arial"/>
                <a:cs typeface="Arial"/>
              </a:rPr>
              <a:t>Encodig</a:t>
            </a:r>
            <a:r>
              <a:rPr lang="en-US" sz="3950" dirty="0">
                <a:solidFill>
                  <a:schemeClr val="tx1"/>
                </a:solidFill>
                <a:latin typeface="Arial"/>
                <a:cs typeface="Arial"/>
              </a:rPr>
              <a:t> Framework</a:t>
            </a:r>
            <a:endParaRPr lang="en-US" sz="3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endParaRPr sz="3950" b="1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B75D668-E8F2-5B70-FF19-5F0FC04835B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01671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68B8D-0A1D-2D15-4399-ACEE92D3A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38F3C9FA-60E4-3B63-149E-0B5563B9F1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1586" y="364251"/>
            <a:ext cx="13633684" cy="6976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MATERIALS</a:t>
            </a:r>
            <a:endParaRPr spc="-1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49AC5CF-ACA9-6D46-DC32-D5C35570E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3250" y="2225675"/>
            <a:ext cx="5922645" cy="5054141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Stimuli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11 stories from </a:t>
            </a:r>
            <a:br>
              <a:rPr lang="en-US" dirty="0"/>
            </a:br>
            <a:r>
              <a:rPr lang="en-US" i="1" dirty="0"/>
              <a:t>The Moth Radio Hour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10-15 min per story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Listening and reading</a:t>
            </a:r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9494F3C-C20D-4398-05F0-00AE2EC30B8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6813FA2-40B6-50CD-FBBB-269E7E4B4D0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00DA2B50-8D19-55E8-CCD2-3F2E10CC2EBA}"/>
              </a:ext>
            </a:extLst>
          </p:cNvPr>
          <p:cNvSpPr txBox="1">
            <a:spLocks/>
          </p:cNvSpPr>
          <p:nvPr/>
        </p:nvSpPr>
        <p:spPr>
          <a:xfrm>
            <a:off x="13176250" y="2601150"/>
            <a:ext cx="5922645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395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CC95D057-E7C6-5BC5-8C8E-0630F4A60629}"/>
              </a:ext>
            </a:extLst>
          </p:cNvPr>
          <p:cNvSpPr txBox="1">
            <a:spLocks/>
          </p:cNvSpPr>
          <p:nvPr/>
        </p:nvSpPr>
        <p:spPr>
          <a:xfrm>
            <a:off x="7269026" y="2225675"/>
            <a:ext cx="6309181" cy="50541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395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fMRI Data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From Deniz et al. (2019)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9 subjects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BCFF86CF-3A39-7A24-5563-DF7B9A77D7BD}"/>
              </a:ext>
            </a:extLst>
          </p:cNvPr>
          <p:cNvSpPr txBox="1">
            <a:spLocks/>
          </p:cNvSpPr>
          <p:nvPr/>
        </p:nvSpPr>
        <p:spPr>
          <a:xfrm>
            <a:off x="13704622" y="2225675"/>
            <a:ext cx="5922645" cy="9613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395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Features</a:t>
            </a:r>
          </a:p>
          <a:p>
            <a:pPr>
              <a:lnSpc>
                <a:spcPct val="150000"/>
              </a:lnSpc>
            </a:pPr>
            <a:r>
              <a:rPr lang="en-US" dirty="0"/>
              <a:t>Listening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dirty="0" err="1"/>
              <a:t>Phonemes</a:t>
            </a:r>
            <a:r>
              <a:rPr lang="de-DE" dirty="0"/>
              <a:t> + </a:t>
            </a:r>
            <a:r>
              <a:rPr lang="de-DE" dirty="0" err="1"/>
              <a:t>count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Reading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dirty="0"/>
              <a:t>Letters + </a:t>
            </a:r>
            <a:r>
              <a:rPr lang="de-DE" dirty="0" err="1"/>
              <a:t>count</a:t>
            </a:r>
            <a:endParaRPr lang="de-DE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Word </a:t>
            </a:r>
            <a:r>
              <a:rPr lang="de-DE" dirty="0" err="1"/>
              <a:t>length</a:t>
            </a:r>
            <a:r>
              <a:rPr lang="de-DE" dirty="0"/>
              <a:t> </a:t>
            </a:r>
            <a:r>
              <a:rPr lang="de-DE" dirty="0" err="1"/>
              <a:t>variation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Both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words</a:t>
            </a:r>
            <a:endParaRPr lang="de-DE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pauses</a:t>
            </a:r>
            <a:endParaRPr lang="de-DE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Lexical</a:t>
            </a:r>
            <a:r>
              <a:rPr lang="de-DE" dirty="0"/>
              <a:t> (English1000)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678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1586" y="364251"/>
            <a:ext cx="13633684" cy="6976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CONTEXT MASKING</a:t>
            </a:r>
            <a:endParaRPr spc="-2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008097" y="2227083"/>
            <a:ext cx="8092440" cy="1240155"/>
          </a:xfrm>
          <a:prstGeom prst="rect">
            <a:avLst/>
          </a:prstGeom>
          <a:solidFill>
            <a:srgbClr val="EFEFEF"/>
          </a:solidFill>
          <a:ln w="42112">
            <a:solidFill>
              <a:srgbClr val="000000"/>
            </a:solidFill>
          </a:ln>
        </p:spPr>
        <p:txBody>
          <a:bodyPr vert="horz" wrap="square" lIns="0" tIns="236854" rIns="0" bIns="0" rtlCol="0">
            <a:spAutoFit/>
          </a:bodyPr>
          <a:lstStyle/>
          <a:p>
            <a:pPr marL="252729" marR="273685">
              <a:lnSpc>
                <a:spcPts val="3050"/>
              </a:lnSpc>
              <a:spcBef>
                <a:spcPts val="1864"/>
              </a:spcBef>
            </a:pPr>
            <a:r>
              <a:rPr sz="2650" i="1" dirty="0">
                <a:latin typeface="Arial"/>
                <a:cs typeface="Arial"/>
              </a:rPr>
              <a:t>There're</a:t>
            </a:r>
            <a:r>
              <a:rPr sz="2650" i="1" spc="-4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some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scientists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who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say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that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the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spc="-10" dirty="0">
                <a:latin typeface="Arial"/>
                <a:cs typeface="Arial"/>
              </a:rPr>
              <a:t>universe </a:t>
            </a:r>
            <a:r>
              <a:rPr sz="2650" i="1" dirty="0">
                <a:latin typeface="Arial"/>
                <a:cs typeface="Arial"/>
              </a:rPr>
              <a:t>that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we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inhabit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is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not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the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only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universe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there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is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spc="-25" dirty="0">
                <a:latin typeface="Arial"/>
                <a:cs typeface="Arial"/>
              </a:rPr>
              <a:t>...</a:t>
            </a:r>
            <a:endParaRPr sz="26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988156" y="1719449"/>
            <a:ext cx="144907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10" dirty="0">
                <a:latin typeface="Arial"/>
                <a:cs typeface="Arial"/>
              </a:rPr>
              <a:t>Stimulus</a:t>
            </a:r>
            <a:endParaRPr sz="2650">
              <a:latin typeface="Arial"/>
              <a:cs typeface="Arial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A2F57-F019-55BE-E542-42138DBAB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3DCE9DC-C9A9-E4F3-459B-471E93FAF9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1586" y="364251"/>
            <a:ext cx="13633684" cy="6976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CONTEXT MASKING</a:t>
            </a:r>
            <a:endParaRPr spc="-2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AC86C62-B38A-9DB5-C05B-EFE23D162DD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grpSp>
        <p:nvGrpSpPr>
          <p:cNvPr id="4" name="object 4">
            <a:extLst>
              <a:ext uri="{FF2B5EF4-FFF2-40B4-BE49-F238E27FC236}">
                <a16:creationId xmlns:a16="http://schemas.microsoft.com/office/drawing/2014/main" id="{7DFCDBAF-2E49-BBB9-F677-3BF5CEC6922A}"/>
              </a:ext>
            </a:extLst>
          </p:cNvPr>
          <p:cNvGrpSpPr/>
          <p:nvPr/>
        </p:nvGrpSpPr>
        <p:grpSpPr>
          <a:xfrm>
            <a:off x="5985508" y="4702254"/>
            <a:ext cx="8134984" cy="1293495"/>
            <a:chOff x="5985508" y="4702254"/>
            <a:chExt cx="8134984" cy="129349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FBF436F-C28A-6E50-04CE-F6E2CD904037}"/>
                </a:ext>
              </a:extLst>
            </p:cNvPr>
            <p:cNvSpPr/>
            <p:nvPr/>
          </p:nvSpPr>
          <p:spPr>
            <a:xfrm>
              <a:off x="6006781" y="4723527"/>
              <a:ext cx="8092440" cy="1250950"/>
            </a:xfrm>
            <a:custGeom>
              <a:avLst/>
              <a:gdLst/>
              <a:ahLst/>
              <a:cxnLst/>
              <a:rect l="l" t="t" r="r" b="b"/>
              <a:pathLst>
                <a:path w="8092440" h="1250950">
                  <a:moveTo>
                    <a:pt x="8092003" y="0"/>
                  </a:moveTo>
                  <a:lnTo>
                    <a:pt x="0" y="0"/>
                  </a:lnTo>
                  <a:lnTo>
                    <a:pt x="0" y="1250716"/>
                  </a:lnTo>
                  <a:lnTo>
                    <a:pt x="8092003" y="1250716"/>
                  </a:lnTo>
                  <a:lnTo>
                    <a:pt x="8092003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80FE00C-1AD5-42F0-7F1B-B358953F34C2}"/>
                </a:ext>
              </a:extLst>
            </p:cNvPr>
            <p:cNvSpPr/>
            <p:nvPr/>
          </p:nvSpPr>
          <p:spPr>
            <a:xfrm>
              <a:off x="6006781" y="4723527"/>
              <a:ext cx="8092440" cy="1250950"/>
            </a:xfrm>
            <a:custGeom>
              <a:avLst/>
              <a:gdLst/>
              <a:ahLst/>
              <a:cxnLst/>
              <a:rect l="l" t="t" r="r" b="b"/>
              <a:pathLst>
                <a:path w="8092440" h="1250950">
                  <a:moveTo>
                    <a:pt x="0" y="1250716"/>
                  </a:moveTo>
                  <a:lnTo>
                    <a:pt x="8092003" y="1250716"/>
                  </a:lnTo>
                  <a:lnTo>
                    <a:pt x="8092003" y="0"/>
                  </a:lnTo>
                  <a:lnTo>
                    <a:pt x="0" y="0"/>
                  </a:lnTo>
                  <a:lnTo>
                    <a:pt x="0" y="1250716"/>
                  </a:lnTo>
                  <a:close/>
                </a:path>
              </a:pathLst>
            </a:custGeom>
            <a:ln w="421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BEDF8A2B-ED4C-C692-6E06-4FBAB624109F}"/>
              </a:ext>
            </a:extLst>
          </p:cNvPr>
          <p:cNvGraphicFramePr>
            <a:graphicFrameLocks noGrp="1"/>
          </p:cNvGraphicFramePr>
          <p:nvPr/>
        </p:nvGraphicFramePr>
        <p:xfrm>
          <a:off x="6239943" y="4944672"/>
          <a:ext cx="7668252" cy="779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94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2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37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69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46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89890">
                <a:tc gridSpan="2">
                  <a:txBody>
                    <a:bodyPr/>
                    <a:lstStyle/>
                    <a:p>
                      <a:pPr>
                        <a:lnSpc>
                          <a:spcPts val="286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There'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860">
                        <a:lnSpc>
                          <a:spcPts val="286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re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2860"/>
                        </a:lnSpc>
                      </a:pPr>
                      <a:r>
                        <a:rPr sz="2650" i="1" spc="-20" dirty="0">
                          <a:latin typeface="Arial"/>
                          <a:cs typeface="Arial"/>
                        </a:rPr>
                        <a:t>some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43180">
                        <a:lnSpc>
                          <a:spcPts val="286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scientists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FFA1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286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who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86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say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ts val="2860"/>
                        </a:lnSpc>
                      </a:pPr>
                      <a:r>
                        <a:rPr sz="2650" i="1" spc="-20" dirty="0">
                          <a:latin typeface="Arial"/>
                          <a:cs typeface="Arial"/>
                        </a:rPr>
                        <a:t>that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7620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86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the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7620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43815">
                        <a:lnSpc>
                          <a:spcPts val="286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universe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FFA1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>
                        <a:lnSpc>
                          <a:spcPts val="2840"/>
                        </a:lnSpc>
                      </a:pPr>
                      <a:r>
                        <a:rPr sz="2650" i="1" spc="-20" dirty="0">
                          <a:latin typeface="Arial"/>
                          <a:cs typeface="Arial"/>
                        </a:rPr>
                        <a:t>that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7940">
                        <a:lnSpc>
                          <a:spcPts val="284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we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ts val="284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inhabit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84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is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284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not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284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the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2840"/>
                        </a:lnSpc>
                      </a:pPr>
                      <a:r>
                        <a:rPr sz="2650" i="1" spc="-20" dirty="0">
                          <a:latin typeface="Arial"/>
                          <a:cs typeface="Arial"/>
                        </a:rPr>
                        <a:t>only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5560">
                        <a:lnSpc>
                          <a:spcPts val="284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universe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7620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FFA1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7310">
                        <a:lnSpc>
                          <a:spcPts val="284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there</a:t>
                      </a:r>
                      <a:endParaRPr sz="265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76200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284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is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T w="19050">
                      <a:solidFill>
                        <a:srgbClr val="474747"/>
                      </a:solidFill>
                      <a:prstDash val="solid"/>
                    </a:lnT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>
            <a:extLst>
              <a:ext uri="{FF2B5EF4-FFF2-40B4-BE49-F238E27FC236}">
                <a16:creationId xmlns:a16="http://schemas.microsoft.com/office/drawing/2014/main" id="{0AD97F3C-DDAE-88FF-3602-5A7CF88F97AE}"/>
              </a:ext>
            </a:extLst>
          </p:cNvPr>
          <p:cNvSpPr txBox="1"/>
          <p:nvPr/>
        </p:nvSpPr>
        <p:spPr>
          <a:xfrm>
            <a:off x="6008097" y="2227083"/>
            <a:ext cx="8092440" cy="1240155"/>
          </a:xfrm>
          <a:prstGeom prst="rect">
            <a:avLst/>
          </a:prstGeom>
          <a:solidFill>
            <a:srgbClr val="EFEFEF"/>
          </a:solidFill>
          <a:ln w="42112">
            <a:solidFill>
              <a:srgbClr val="000000"/>
            </a:solidFill>
          </a:ln>
        </p:spPr>
        <p:txBody>
          <a:bodyPr vert="horz" wrap="square" lIns="0" tIns="236854" rIns="0" bIns="0" rtlCol="0">
            <a:spAutoFit/>
          </a:bodyPr>
          <a:lstStyle/>
          <a:p>
            <a:pPr marL="252729" marR="273685">
              <a:lnSpc>
                <a:spcPts val="3050"/>
              </a:lnSpc>
              <a:spcBef>
                <a:spcPts val="1864"/>
              </a:spcBef>
            </a:pPr>
            <a:r>
              <a:rPr sz="2650" i="1" dirty="0">
                <a:latin typeface="Arial"/>
                <a:cs typeface="Arial"/>
              </a:rPr>
              <a:t>There're</a:t>
            </a:r>
            <a:r>
              <a:rPr sz="2650" i="1" spc="-4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some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scientists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who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say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that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the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spc="-10" dirty="0">
                <a:latin typeface="Arial"/>
                <a:cs typeface="Arial"/>
              </a:rPr>
              <a:t>universe </a:t>
            </a:r>
            <a:r>
              <a:rPr sz="2650" i="1" dirty="0">
                <a:latin typeface="Arial"/>
                <a:cs typeface="Arial"/>
              </a:rPr>
              <a:t>that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we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inhabit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is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not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the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only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universe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there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is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spc="-25" dirty="0">
                <a:latin typeface="Arial"/>
                <a:cs typeface="Arial"/>
              </a:rPr>
              <a:t>...</a:t>
            </a:r>
            <a:endParaRPr sz="2650">
              <a:latin typeface="Arial"/>
              <a:cs typeface="Arial"/>
            </a:endParaRPr>
          </a:p>
        </p:txBody>
      </p:sp>
      <p:grpSp>
        <p:nvGrpSpPr>
          <p:cNvPr id="70" name="object 70">
            <a:extLst>
              <a:ext uri="{FF2B5EF4-FFF2-40B4-BE49-F238E27FC236}">
                <a16:creationId xmlns:a16="http://schemas.microsoft.com/office/drawing/2014/main" id="{1CD9AD5E-EBF5-DEDC-75D7-5892630E05FD}"/>
              </a:ext>
            </a:extLst>
          </p:cNvPr>
          <p:cNvGrpSpPr/>
          <p:nvPr/>
        </p:nvGrpSpPr>
        <p:grpSpPr>
          <a:xfrm>
            <a:off x="7788432" y="3462557"/>
            <a:ext cx="294640" cy="715645"/>
            <a:chOff x="7788432" y="3462557"/>
            <a:chExt cx="294640" cy="715645"/>
          </a:xfrm>
        </p:grpSpPr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ABBBF924-2B75-50C2-EA08-23DBF8F0C4FA}"/>
                </a:ext>
              </a:extLst>
            </p:cNvPr>
            <p:cNvSpPr/>
            <p:nvPr/>
          </p:nvSpPr>
          <p:spPr>
            <a:xfrm>
              <a:off x="7798963" y="3473088"/>
              <a:ext cx="273050" cy="694690"/>
            </a:xfrm>
            <a:custGeom>
              <a:avLst/>
              <a:gdLst/>
              <a:ahLst/>
              <a:cxnLst/>
              <a:rect l="l" t="t" r="r" b="b"/>
              <a:pathLst>
                <a:path w="273050" h="694689">
                  <a:moveTo>
                    <a:pt x="184253" y="0"/>
                  </a:moveTo>
                  <a:lnTo>
                    <a:pt x="88714" y="0"/>
                  </a:lnTo>
                  <a:lnTo>
                    <a:pt x="88714" y="557908"/>
                  </a:lnTo>
                  <a:lnTo>
                    <a:pt x="0" y="557908"/>
                  </a:lnTo>
                  <a:lnTo>
                    <a:pt x="136484" y="694353"/>
                  </a:lnTo>
                  <a:lnTo>
                    <a:pt x="272968" y="557908"/>
                  </a:lnTo>
                  <a:lnTo>
                    <a:pt x="184253" y="557908"/>
                  </a:lnTo>
                  <a:lnTo>
                    <a:pt x="1842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>
              <a:extLst>
                <a:ext uri="{FF2B5EF4-FFF2-40B4-BE49-F238E27FC236}">
                  <a16:creationId xmlns:a16="http://schemas.microsoft.com/office/drawing/2014/main" id="{0BA13556-F20F-6C4B-690F-250DF8E5A3EC}"/>
                </a:ext>
              </a:extLst>
            </p:cNvPr>
            <p:cNvSpPr/>
            <p:nvPr/>
          </p:nvSpPr>
          <p:spPr>
            <a:xfrm>
              <a:off x="7798963" y="3473088"/>
              <a:ext cx="273050" cy="694690"/>
            </a:xfrm>
            <a:custGeom>
              <a:avLst/>
              <a:gdLst/>
              <a:ahLst/>
              <a:cxnLst/>
              <a:rect l="l" t="t" r="r" b="b"/>
              <a:pathLst>
                <a:path w="273050" h="694689">
                  <a:moveTo>
                    <a:pt x="88714" y="0"/>
                  </a:moveTo>
                  <a:lnTo>
                    <a:pt x="184253" y="0"/>
                  </a:lnTo>
                  <a:lnTo>
                    <a:pt x="184253" y="557908"/>
                  </a:lnTo>
                  <a:lnTo>
                    <a:pt x="272968" y="557908"/>
                  </a:lnTo>
                  <a:lnTo>
                    <a:pt x="136484" y="694353"/>
                  </a:lnTo>
                  <a:lnTo>
                    <a:pt x="0" y="557908"/>
                  </a:lnTo>
                  <a:lnTo>
                    <a:pt x="88714" y="557908"/>
                  </a:lnTo>
                  <a:lnTo>
                    <a:pt x="88714" y="0"/>
                  </a:lnTo>
                  <a:close/>
                </a:path>
              </a:pathLst>
            </a:custGeom>
            <a:ln w="210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>
            <a:extLst>
              <a:ext uri="{FF2B5EF4-FFF2-40B4-BE49-F238E27FC236}">
                <a16:creationId xmlns:a16="http://schemas.microsoft.com/office/drawing/2014/main" id="{496F45DB-5864-D84E-63C2-D0880F167C18}"/>
              </a:ext>
            </a:extLst>
          </p:cNvPr>
          <p:cNvSpPr txBox="1"/>
          <p:nvPr/>
        </p:nvSpPr>
        <p:spPr>
          <a:xfrm>
            <a:off x="5988156" y="1719449"/>
            <a:ext cx="144907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10" dirty="0">
                <a:latin typeface="Arial"/>
                <a:cs typeface="Arial"/>
              </a:rPr>
              <a:t>Stimulus</a:t>
            </a:r>
            <a:endParaRPr sz="2650">
              <a:latin typeface="Arial"/>
              <a:cs typeface="Arial"/>
            </a:endParaRPr>
          </a:p>
        </p:txBody>
      </p:sp>
      <p:sp>
        <p:nvSpPr>
          <p:cNvPr id="78" name="object 78">
            <a:extLst>
              <a:ext uri="{FF2B5EF4-FFF2-40B4-BE49-F238E27FC236}">
                <a16:creationId xmlns:a16="http://schemas.microsoft.com/office/drawing/2014/main" id="{62C470FF-F05C-5788-D197-DC2E3A7AB0F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77" name="object 77">
            <a:extLst>
              <a:ext uri="{FF2B5EF4-FFF2-40B4-BE49-F238E27FC236}">
                <a16:creationId xmlns:a16="http://schemas.microsoft.com/office/drawing/2014/main" id="{861C8296-8459-51E0-1E63-5A063BAAE650}"/>
              </a:ext>
            </a:extLst>
          </p:cNvPr>
          <p:cNvSpPr txBox="1"/>
          <p:nvPr/>
        </p:nvSpPr>
        <p:spPr>
          <a:xfrm>
            <a:off x="5970221" y="3537706"/>
            <a:ext cx="5640705" cy="1110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3125">
              <a:lnSpc>
                <a:spcPct val="100000"/>
              </a:lnSpc>
              <a:spcBef>
                <a:spcPts val="100"/>
              </a:spcBef>
            </a:pPr>
            <a:r>
              <a:rPr sz="2650" dirty="0">
                <a:latin typeface="Arial"/>
                <a:cs typeface="Arial"/>
              </a:rPr>
              <a:t>POS</a:t>
            </a:r>
            <a:r>
              <a:rPr sz="2650" spc="-40" dirty="0">
                <a:latin typeface="Arial"/>
                <a:cs typeface="Arial"/>
              </a:rPr>
              <a:t> </a:t>
            </a:r>
            <a:r>
              <a:rPr sz="2650" dirty="0">
                <a:latin typeface="Arial"/>
                <a:cs typeface="Arial"/>
              </a:rPr>
              <a:t>tagging</a:t>
            </a:r>
            <a:r>
              <a:rPr sz="2650" spc="-35" dirty="0">
                <a:latin typeface="Arial"/>
                <a:cs typeface="Arial"/>
              </a:rPr>
              <a:t> </a:t>
            </a:r>
            <a:r>
              <a:rPr sz="2650" dirty="0">
                <a:latin typeface="Arial"/>
                <a:cs typeface="Arial"/>
              </a:rPr>
              <a:t>via</a:t>
            </a:r>
            <a:r>
              <a:rPr sz="2650" spc="-40" dirty="0">
                <a:latin typeface="Arial"/>
                <a:cs typeface="Arial"/>
              </a:rPr>
              <a:t> </a:t>
            </a:r>
            <a:r>
              <a:rPr sz="2650" spc="-10" dirty="0">
                <a:latin typeface="Arial"/>
                <a:cs typeface="Arial"/>
              </a:rPr>
              <a:t>spaCy</a:t>
            </a:r>
            <a:endParaRPr sz="26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sz="2650" b="1" dirty="0">
                <a:latin typeface="Arial"/>
                <a:cs typeface="Arial"/>
              </a:rPr>
              <a:t>Attention</a:t>
            </a:r>
            <a:r>
              <a:rPr sz="2650" b="1" spc="-55" dirty="0">
                <a:latin typeface="Arial"/>
                <a:cs typeface="Arial"/>
              </a:rPr>
              <a:t> </a:t>
            </a:r>
            <a:r>
              <a:rPr sz="2650" b="1" spc="-20" dirty="0">
                <a:latin typeface="Arial"/>
                <a:cs typeface="Arial"/>
              </a:rPr>
              <a:t>Mask</a:t>
            </a:r>
            <a:endParaRPr sz="26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9322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EECD0-83FE-79C7-F10A-0ABCB1523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91C2FB3-8E67-E5AF-EE06-24C0F5876E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1586" y="364251"/>
            <a:ext cx="13633684" cy="6976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CONTEXT MASKING</a:t>
            </a:r>
            <a:endParaRPr spc="-2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D308ADE-19FD-803C-68AE-688429C4B5A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grpSp>
        <p:nvGrpSpPr>
          <p:cNvPr id="4" name="object 4">
            <a:extLst>
              <a:ext uri="{FF2B5EF4-FFF2-40B4-BE49-F238E27FC236}">
                <a16:creationId xmlns:a16="http://schemas.microsoft.com/office/drawing/2014/main" id="{C90D0D98-D4EC-DEBD-456A-8DD940378DAE}"/>
              </a:ext>
            </a:extLst>
          </p:cNvPr>
          <p:cNvGrpSpPr/>
          <p:nvPr/>
        </p:nvGrpSpPr>
        <p:grpSpPr>
          <a:xfrm>
            <a:off x="5985508" y="4702254"/>
            <a:ext cx="8134984" cy="1293495"/>
            <a:chOff x="5985508" y="4702254"/>
            <a:chExt cx="8134984" cy="129349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5D8F91C-6DA9-194A-38F8-3D9EE3C95D83}"/>
                </a:ext>
              </a:extLst>
            </p:cNvPr>
            <p:cNvSpPr/>
            <p:nvPr/>
          </p:nvSpPr>
          <p:spPr>
            <a:xfrm>
              <a:off x="6006781" y="4723527"/>
              <a:ext cx="8092440" cy="1250950"/>
            </a:xfrm>
            <a:custGeom>
              <a:avLst/>
              <a:gdLst/>
              <a:ahLst/>
              <a:cxnLst/>
              <a:rect l="l" t="t" r="r" b="b"/>
              <a:pathLst>
                <a:path w="8092440" h="1250950">
                  <a:moveTo>
                    <a:pt x="8092003" y="0"/>
                  </a:moveTo>
                  <a:lnTo>
                    <a:pt x="0" y="0"/>
                  </a:lnTo>
                  <a:lnTo>
                    <a:pt x="0" y="1250716"/>
                  </a:lnTo>
                  <a:lnTo>
                    <a:pt x="8092003" y="1250716"/>
                  </a:lnTo>
                  <a:lnTo>
                    <a:pt x="8092003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8D1AD5C-DDBE-008A-51F0-AE1FD3560E3E}"/>
                </a:ext>
              </a:extLst>
            </p:cNvPr>
            <p:cNvSpPr/>
            <p:nvPr/>
          </p:nvSpPr>
          <p:spPr>
            <a:xfrm>
              <a:off x="6006781" y="4723527"/>
              <a:ext cx="8092440" cy="1250950"/>
            </a:xfrm>
            <a:custGeom>
              <a:avLst/>
              <a:gdLst/>
              <a:ahLst/>
              <a:cxnLst/>
              <a:rect l="l" t="t" r="r" b="b"/>
              <a:pathLst>
                <a:path w="8092440" h="1250950">
                  <a:moveTo>
                    <a:pt x="0" y="1250716"/>
                  </a:moveTo>
                  <a:lnTo>
                    <a:pt x="8092003" y="1250716"/>
                  </a:lnTo>
                  <a:lnTo>
                    <a:pt x="8092003" y="0"/>
                  </a:lnTo>
                  <a:lnTo>
                    <a:pt x="0" y="0"/>
                  </a:lnTo>
                  <a:lnTo>
                    <a:pt x="0" y="1250716"/>
                  </a:lnTo>
                  <a:close/>
                </a:path>
              </a:pathLst>
            </a:custGeom>
            <a:ln w="421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8B2DD204-2E50-B043-7F19-1E64645FE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537338"/>
              </p:ext>
            </p:extLst>
          </p:nvPr>
        </p:nvGraphicFramePr>
        <p:xfrm>
          <a:off x="6239943" y="4944672"/>
          <a:ext cx="7668252" cy="779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94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2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37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69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46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89890">
                <a:tc gridSpan="2">
                  <a:txBody>
                    <a:bodyPr/>
                    <a:lstStyle/>
                    <a:p>
                      <a:pPr>
                        <a:lnSpc>
                          <a:spcPts val="286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There'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860">
                        <a:lnSpc>
                          <a:spcPts val="286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re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2860"/>
                        </a:lnSpc>
                      </a:pPr>
                      <a:r>
                        <a:rPr sz="2650" i="1" spc="-20" dirty="0">
                          <a:latin typeface="Arial"/>
                          <a:cs typeface="Arial"/>
                        </a:rPr>
                        <a:t>some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43180">
                        <a:lnSpc>
                          <a:spcPts val="286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scientists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FFA1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286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who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86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say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ts val="2860"/>
                        </a:lnSpc>
                      </a:pPr>
                      <a:r>
                        <a:rPr sz="2650" i="1" spc="-20" dirty="0">
                          <a:latin typeface="Arial"/>
                          <a:cs typeface="Arial"/>
                        </a:rPr>
                        <a:t>that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7620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86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the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7620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43815">
                        <a:lnSpc>
                          <a:spcPts val="286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universe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FFA1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>
                        <a:lnSpc>
                          <a:spcPts val="2840"/>
                        </a:lnSpc>
                      </a:pPr>
                      <a:r>
                        <a:rPr sz="2650" i="1" spc="-20" dirty="0">
                          <a:latin typeface="Arial"/>
                          <a:cs typeface="Arial"/>
                        </a:rPr>
                        <a:t>that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7940">
                        <a:lnSpc>
                          <a:spcPts val="284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we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ts val="284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inhabit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84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is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284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not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284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the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2840"/>
                        </a:lnSpc>
                      </a:pPr>
                      <a:r>
                        <a:rPr sz="2650" i="1" spc="-20" dirty="0">
                          <a:latin typeface="Arial"/>
                          <a:cs typeface="Arial"/>
                        </a:rPr>
                        <a:t>only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5560">
                        <a:lnSpc>
                          <a:spcPts val="284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universe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7620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FFA1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7310">
                        <a:lnSpc>
                          <a:spcPts val="284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there</a:t>
                      </a:r>
                      <a:endParaRPr sz="265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76200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284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is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T w="19050">
                      <a:solidFill>
                        <a:srgbClr val="474747"/>
                      </a:solidFill>
                      <a:prstDash val="solid"/>
                    </a:lnT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>
            <a:extLst>
              <a:ext uri="{FF2B5EF4-FFF2-40B4-BE49-F238E27FC236}">
                <a16:creationId xmlns:a16="http://schemas.microsoft.com/office/drawing/2014/main" id="{908622D1-ECB9-FD5F-7AC4-0968C6E9FC97}"/>
              </a:ext>
            </a:extLst>
          </p:cNvPr>
          <p:cNvSpPr txBox="1"/>
          <p:nvPr/>
        </p:nvSpPr>
        <p:spPr>
          <a:xfrm>
            <a:off x="6008097" y="2227083"/>
            <a:ext cx="8092440" cy="1240155"/>
          </a:xfrm>
          <a:prstGeom prst="rect">
            <a:avLst/>
          </a:prstGeom>
          <a:solidFill>
            <a:srgbClr val="EFEFEF"/>
          </a:solidFill>
          <a:ln w="42112">
            <a:solidFill>
              <a:srgbClr val="000000"/>
            </a:solidFill>
          </a:ln>
        </p:spPr>
        <p:txBody>
          <a:bodyPr vert="horz" wrap="square" lIns="0" tIns="236854" rIns="0" bIns="0" rtlCol="0">
            <a:spAutoFit/>
          </a:bodyPr>
          <a:lstStyle/>
          <a:p>
            <a:pPr marL="252729" marR="273685">
              <a:lnSpc>
                <a:spcPts val="3050"/>
              </a:lnSpc>
              <a:spcBef>
                <a:spcPts val="1864"/>
              </a:spcBef>
            </a:pPr>
            <a:r>
              <a:rPr sz="2650" i="1" dirty="0">
                <a:latin typeface="Arial"/>
                <a:cs typeface="Arial"/>
              </a:rPr>
              <a:t>There're</a:t>
            </a:r>
            <a:r>
              <a:rPr sz="2650" i="1" spc="-4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some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scientists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who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say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that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the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spc="-10" dirty="0">
                <a:latin typeface="Arial"/>
                <a:cs typeface="Arial"/>
              </a:rPr>
              <a:t>universe </a:t>
            </a:r>
            <a:r>
              <a:rPr sz="2650" i="1" dirty="0">
                <a:latin typeface="Arial"/>
                <a:cs typeface="Arial"/>
              </a:rPr>
              <a:t>that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we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inhabit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is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not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the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only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universe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there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is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spc="-25" dirty="0">
                <a:latin typeface="Arial"/>
                <a:cs typeface="Arial"/>
              </a:rPr>
              <a:t>...</a:t>
            </a:r>
            <a:endParaRPr sz="2650">
              <a:latin typeface="Arial"/>
              <a:cs typeface="Arial"/>
            </a:endParaRPr>
          </a:p>
        </p:txBody>
      </p:sp>
      <p:grpSp>
        <p:nvGrpSpPr>
          <p:cNvPr id="52" name="object 52">
            <a:extLst>
              <a:ext uri="{FF2B5EF4-FFF2-40B4-BE49-F238E27FC236}">
                <a16:creationId xmlns:a16="http://schemas.microsoft.com/office/drawing/2014/main" id="{0F9A45C8-9D7B-6395-C48B-641E15DED9D7}"/>
              </a:ext>
            </a:extLst>
          </p:cNvPr>
          <p:cNvGrpSpPr/>
          <p:nvPr/>
        </p:nvGrpSpPr>
        <p:grpSpPr>
          <a:xfrm>
            <a:off x="6599881" y="6794429"/>
            <a:ext cx="2671445" cy="3661410"/>
            <a:chOff x="6599881" y="6794429"/>
            <a:chExt cx="2671445" cy="3661410"/>
          </a:xfrm>
        </p:grpSpPr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8C64EF5F-541E-4E97-D674-1B91B5A47C31}"/>
                </a:ext>
              </a:extLst>
            </p:cNvPr>
            <p:cNvSpPr/>
            <p:nvPr/>
          </p:nvSpPr>
          <p:spPr>
            <a:xfrm>
              <a:off x="6621154" y="6815701"/>
              <a:ext cx="2628900" cy="3618865"/>
            </a:xfrm>
            <a:custGeom>
              <a:avLst/>
              <a:gdLst/>
              <a:ahLst/>
              <a:cxnLst/>
              <a:rect l="l" t="t" r="r" b="b"/>
              <a:pathLst>
                <a:path w="2628900" h="3618865">
                  <a:moveTo>
                    <a:pt x="2365728" y="0"/>
                  </a:moveTo>
                  <a:lnTo>
                    <a:pt x="262858" y="0"/>
                  </a:lnTo>
                  <a:lnTo>
                    <a:pt x="215634" y="4236"/>
                  </a:lnTo>
                  <a:lnTo>
                    <a:pt x="171177" y="16451"/>
                  </a:lnTo>
                  <a:lnTo>
                    <a:pt x="130231" y="35898"/>
                  </a:lnTo>
                  <a:lnTo>
                    <a:pt x="93541" y="61834"/>
                  </a:lnTo>
                  <a:lnTo>
                    <a:pt x="61852" y="93514"/>
                  </a:lnTo>
                  <a:lnTo>
                    <a:pt x="35909" y="130193"/>
                  </a:lnTo>
                  <a:lnTo>
                    <a:pt x="16456" y="171127"/>
                  </a:lnTo>
                  <a:lnTo>
                    <a:pt x="4238" y="215572"/>
                  </a:lnTo>
                  <a:lnTo>
                    <a:pt x="0" y="262783"/>
                  </a:lnTo>
                  <a:lnTo>
                    <a:pt x="0" y="3355538"/>
                  </a:lnTo>
                  <a:lnTo>
                    <a:pt x="4238" y="3402747"/>
                  </a:lnTo>
                  <a:lnTo>
                    <a:pt x="16456" y="3447191"/>
                  </a:lnTo>
                  <a:lnTo>
                    <a:pt x="35909" y="3488125"/>
                  </a:lnTo>
                  <a:lnTo>
                    <a:pt x="61852" y="3524804"/>
                  </a:lnTo>
                  <a:lnTo>
                    <a:pt x="93541" y="3556485"/>
                  </a:lnTo>
                  <a:lnTo>
                    <a:pt x="130231" y="3582421"/>
                  </a:lnTo>
                  <a:lnTo>
                    <a:pt x="171177" y="3601869"/>
                  </a:lnTo>
                  <a:lnTo>
                    <a:pt x="215634" y="3614084"/>
                  </a:lnTo>
                  <a:lnTo>
                    <a:pt x="262858" y="3618321"/>
                  </a:lnTo>
                  <a:lnTo>
                    <a:pt x="2365728" y="3618321"/>
                  </a:lnTo>
                  <a:lnTo>
                    <a:pt x="2412951" y="3614084"/>
                  </a:lnTo>
                  <a:lnTo>
                    <a:pt x="2457408" y="3601869"/>
                  </a:lnTo>
                  <a:lnTo>
                    <a:pt x="2498353" y="3582421"/>
                  </a:lnTo>
                  <a:lnTo>
                    <a:pt x="2535043" y="3556485"/>
                  </a:lnTo>
                  <a:lnTo>
                    <a:pt x="2566733" y="3524804"/>
                  </a:lnTo>
                  <a:lnTo>
                    <a:pt x="2592676" y="3488125"/>
                  </a:lnTo>
                  <a:lnTo>
                    <a:pt x="2612130" y="3447191"/>
                  </a:lnTo>
                  <a:lnTo>
                    <a:pt x="2624348" y="3402747"/>
                  </a:lnTo>
                  <a:lnTo>
                    <a:pt x="2628586" y="3355538"/>
                  </a:lnTo>
                  <a:lnTo>
                    <a:pt x="2628586" y="262783"/>
                  </a:lnTo>
                  <a:lnTo>
                    <a:pt x="2624348" y="215572"/>
                  </a:lnTo>
                  <a:lnTo>
                    <a:pt x="2612130" y="171127"/>
                  </a:lnTo>
                  <a:lnTo>
                    <a:pt x="2592676" y="130193"/>
                  </a:lnTo>
                  <a:lnTo>
                    <a:pt x="2566733" y="93514"/>
                  </a:lnTo>
                  <a:lnTo>
                    <a:pt x="2535043" y="61834"/>
                  </a:lnTo>
                  <a:lnTo>
                    <a:pt x="2498353" y="35898"/>
                  </a:lnTo>
                  <a:lnTo>
                    <a:pt x="2457408" y="16451"/>
                  </a:lnTo>
                  <a:lnTo>
                    <a:pt x="2412951" y="4236"/>
                  </a:lnTo>
                  <a:lnTo>
                    <a:pt x="2365728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06AC3F56-13B4-908C-3A85-E2B0E9B4796B}"/>
                </a:ext>
              </a:extLst>
            </p:cNvPr>
            <p:cNvSpPr/>
            <p:nvPr/>
          </p:nvSpPr>
          <p:spPr>
            <a:xfrm>
              <a:off x="6621154" y="6815701"/>
              <a:ext cx="2628900" cy="3618865"/>
            </a:xfrm>
            <a:custGeom>
              <a:avLst/>
              <a:gdLst/>
              <a:ahLst/>
              <a:cxnLst/>
              <a:rect l="l" t="t" r="r" b="b"/>
              <a:pathLst>
                <a:path w="2628900" h="3618865">
                  <a:moveTo>
                    <a:pt x="2628586" y="262783"/>
                  </a:moveTo>
                  <a:lnTo>
                    <a:pt x="2628586" y="3355538"/>
                  </a:lnTo>
                  <a:lnTo>
                    <a:pt x="2624348" y="3402747"/>
                  </a:lnTo>
                  <a:lnTo>
                    <a:pt x="2612130" y="3447191"/>
                  </a:lnTo>
                  <a:lnTo>
                    <a:pt x="2592676" y="3488125"/>
                  </a:lnTo>
                  <a:lnTo>
                    <a:pt x="2566733" y="3524804"/>
                  </a:lnTo>
                  <a:lnTo>
                    <a:pt x="2535043" y="3556485"/>
                  </a:lnTo>
                  <a:lnTo>
                    <a:pt x="2498353" y="3582421"/>
                  </a:lnTo>
                  <a:lnTo>
                    <a:pt x="2457408" y="3601869"/>
                  </a:lnTo>
                  <a:lnTo>
                    <a:pt x="2412951" y="3614084"/>
                  </a:lnTo>
                  <a:lnTo>
                    <a:pt x="2365728" y="3618321"/>
                  </a:lnTo>
                  <a:lnTo>
                    <a:pt x="262858" y="3618321"/>
                  </a:lnTo>
                  <a:lnTo>
                    <a:pt x="215634" y="3614084"/>
                  </a:lnTo>
                  <a:lnTo>
                    <a:pt x="171177" y="3601869"/>
                  </a:lnTo>
                  <a:lnTo>
                    <a:pt x="130231" y="3582421"/>
                  </a:lnTo>
                  <a:lnTo>
                    <a:pt x="93541" y="3556485"/>
                  </a:lnTo>
                  <a:lnTo>
                    <a:pt x="61852" y="3524804"/>
                  </a:lnTo>
                  <a:lnTo>
                    <a:pt x="35909" y="3488125"/>
                  </a:lnTo>
                  <a:lnTo>
                    <a:pt x="16456" y="3447191"/>
                  </a:lnTo>
                  <a:lnTo>
                    <a:pt x="4238" y="3402747"/>
                  </a:lnTo>
                  <a:lnTo>
                    <a:pt x="0" y="3355538"/>
                  </a:lnTo>
                  <a:lnTo>
                    <a:pt x="0" y="262783"/>
                  </a:lnTo>
                  <a:lnTo>
                    <a:pt x="4238" y="215572"/>
                  </a:lnTo>
                  <a:lnTo>
                    <a:pt x="16456" y="171127"/>
                  </a:lnTo>
                  <a:lnTo>
                    <a:pt x="35909" y="130193"/>
                  </a:lnTo>
                  <a:lnTo>
                    <a:pt x="61852" y="93514"/>
                  </a:lnTo>
                  <a:lnTo>
                    <a:pt x="93541" y="61834"/>
                  </a:lnTo>
                  <a:lnTo>
                    <a:pt x="130231" y="35898"/>
                  </a:lnTo>
                  <a:lnTo>
                    <a:pt x="171177" y="16451"/>
                  </a:lnTo>
                  <a:lnTo>
                    <a:pt x="215634" y="4236"/>
                  </a:lnTo>
                  <a:lnTo>
                    <a:pt x="262858" y="0"/>
                  </a:lnTo>
                  <a:lnTo>
                    <a:pt x="2365728" y="0"/>
                  </a:lnTo>
                  <a:lnTo>
                    <a:pt x="2412951" y="4236"/>
                  </a:lnTo>
                  <a:lnTo>
                    <a:pt x="2457408" y="16451"/>
                  </a:lnTo>
                  <a:lnTo>
                    <a:pt x="2498353" y="35898"/>
                  </a:lnTo>
                  <a:lnTo>
                    <a:pt x="2535043" y="61834"/>
                  </a:lnTo>
                  <a:lnTo>
                    <a:pt x="2566733" y="93514"/>
                  </a:lnTo>
                  <a:lnTo>
                    <a:pt x="2592676" y="130193"/>
                  </a:lnTo>
                  <a:lnTo>
                    <a:pt x="2612130" y="171127"/>
                  </a:lnTo>
                  <a:lnTo>
                    <a:pt x="2624348" y="215572"/>
                  </a:lnTo>
                  <a:lnTo>
                    <a:pt x="2628586" y="262783"/>
                  </a:lnTo>
                  <a:close/>
                </a:path>
              </a:pathLst>
            </a:custGeom>
            <a:ln w="421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CA5763EC-61DD-B461-DD31-FE7459534B01}"/>
                </a:ext>
              </a:extLst>
            </p:cNvPr>
            <p:cNvSpPr/>
            <p:nvPr/>
          </p:nvSpPr>
          <p:spPr>
            <a:xfrm>
              <a:off x="6975002" y="7458728"/>
              <a:ext cx="1931035" cy="535940"/>
            </a:xfrm>
            <a:custGeom>
              <a:avLst/>
              <a:gdLst/>
              <a:ahLst/>
              <a:cxnLst/>
              <a:rect l="l" t="t" r="r" b="b"/>
              <a:pathLst>
                <a:path w="1931034" h="535940">
                  <a:moveTo>
                    <a:pt x="1803598" y="0"/>
                  </a:moveTo>
                  <a:lnTo>
                    <a:pt x="127402" y="0"/>
                  </a:lnTo>
                  <a:lnTo>
                    <a:pt x="77831" y="10015"/>
                  </a:lnTo>
                  <a:lnTo>
                    <a:pt x="37333" y="37320"/>
                  </a:lnTo>
                  <a:lnTo>
                    <a:pt x="10018" y="77805"/>
                  </a:lnTo>
                  <a:lnTo>
                    <a:pt x="0" y="127361"/>
                  </a:lnTo>
                  <a:lnTo>
                    <a:pt x="0" y="408307"/>
                  </a:lnTo>
                  <a:lnTo>
                    <a:pt x="10018" y="457864"/>
                  </a:lnTo>
                  <a:lnTo>
                    <a:pt x="37333" y="498350"/>
                  </a:lnTo>
                  <a:lnTo>
                    <a:pt x="77831" y="525657"/>
                  </a:lnTo>
                  <a:lnTo>
                    <a:pt x="127402" y="535673"/>
                  </a:lnTo>
                  <a:lnTo>
                    <a:pt x="1803598" y="535673"/>
                  </a:lnTo>
                  <a:lnTo>
                    <a:pt x="1853168" y="525657"/>
                  </a:lnTo>
                  <a:lnTo>
                    <a:pt x="1893667" y="498350"/>
                  </a:lnTo>
                  <a:lnTo>
                    <a:pt x="1920981" y="457864"/>
                  </a:lnTo>
                  <a:lnTo>
                    <a:pt x="1931000" y="408307"/>
                  </a:lnTo>
                  <a:lnTo>
                    <a:pt x="1931000" y="127361"/>
                  </a:lnTo>
                  <a:lnTo>
                    <a:pt x="1920981" y="77805"/>
                  </a:lnTo>
                  <a:lnTo>
                    <a:pt x="1893667" y="37320"/>
                  </a:lnTo>
                  <a:lnTo>
                    <a:pt x="1853168" y="10015"/>
                  </a:lnTo>
                  <a:lnTo>
                    <a:pt x="1803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FDCD2CB6-48F0-D64F-C4C5-B1FAEEBE79A8}"/>
                </a:ext>
              </a:extLst>
            </p:cNvPr>
            <p:cNvSpPr/>
            <p:nvPr/>
          </p:nvSpPr>
          <p:spPr>
            <a:xfrm>
              <a:off x="6975002" y="7458728"/>
              <a:ext cx="1931035" cy="535940"/>
            </a:xfrm>
            <a:custGeom>
              <a:avLst/>
              <a:gdLst/>
              <a:ahLst/>
              <a:cxnLst/>
              <a:rect l="l" t="t" r="r" b="b"/>
              <a:pathLst>
                <a:path w="1931034" h="535940">
                  <a:moveTo>
                    <a:pt x="1931000" y="127361"/>
                  </a:moveTo>
                  <a:lnTo>
                    <a:pt x="1931000" y="408307"/>
                  </a:lnTo>
                  <a:lnTo>
                    <a:pt x="1920981" y="457864"/>
                  </a:lnTo>
                  <a:lnTo>
                    <a:pt x="1893667" y="498350"/>
                  </a:lnTo>
                  <a:lnTo>
                    <a:pt x="1853168" y="525657"/>
                  </a:lnTo>
                  <a:lnTo>
                    <a:pt x="1803598" y="535673"/>
                  </a:lnTo>
                  <a:lnTo>
                    <a:pt x="127402" y="535673"/>
                  </a:lnTo>
                  <a:lnTo>
                    <a:pt x="77831" y="525657"/>
                  </a:lnTo>
                  <a:lnTo>
                    <a:pt x="37333" y="498350"/>
                  </a:lnTo>
                  <a:lnTo>
                    <a:pt x="10018" y="457864"/>
                  </a:lnTo>
                  <a:lnTo>
                    <a:pt x="0" y="408307"/>
                  </a:lnTo>
                  <a:lnTo>
                    <a:pt x="0" y="127361"/>
                  </a:lnTo>
                  <a:lnTo>
                    <a:pt x="10018" y="77805"/>
                  </a:lnTo>
                  <a:lnTo>
                    <a:pt x="37333" y="37320"/>
                  </a:lnTo>
                  <a:lnTo>
                    <a:pt x="77831" y="10015"/>
                  </a:lnTo>
                  <a:lnTo>
                    <a:pt x="127402" y="0"/>
                  </a:lnTo>
                  <a:lnTo>
                    <a:pt x="1803598" y="0"/>
                  </a:lnTo>
                  <a:lnTo>
                    <a:pt x="1853168" y="10015"/>
                  </a:lnTo>
                  <a:lnTo>
                    <a:pt x="1893667" y="37320"/>
                  </a:lnTo>
                  <a:lnTo>
                    <a:pt x="1920981" y="77805"/>
                  </a:lnTo>
                  <a:lnTo>
                    <a:pt x="1931000" y="127361"/>
                  </a:lnTo>
                  <a:close/>
                </a:path>
              </a:pathLst>
            </a:custGeom>
            <a:ln w="21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512DCF5C-6B61-25FA-0E9D-AB2B4BB9B693}"/>
                </a:ext>
              </a:extLst>
            </p:cNvPr>
            <p:cNvSpPr/>
            <p:nvPr/>
          </p:nvSpPr>
          <p:spPr>
            <a:xfrm>
              <a:off x="6975002" y="8510972"/>
              <a:ext cx="1931035" cy="535940"/>
            </a:xfrm>
            <a:custGeom>
              <a:avLst/>
              <a:gdLst/>
              <a:ahLst/>
              <a:cxnLst/>
              <a:rect l="l" t="t" r="r" b="b"/>
              <a:pathLst>
                <a:path w="1931034" h="535940">
                  <a:moveTo>
                    <a:pt x="1803598" y="0"/>
                  </a:moveTo>
                  <a:lnTo>
                    <a:pt x="127402" y="0"/>
                  </a:lnTo>
                  <a:lnTo>
                    <a:pt x="77831" y="10015"/>
                  </a:lnTo>
                  <a:lnTo>
                    <a:pt x="37333" y="37322"/>
                  </a:lnTo>
                  <a:lnTo>
                    <a:pt x="10018" y="77809"/>
                  </a:lnTo>
                  <a:lnTo>
                    <a:pt x="0" y="127365"/>
                  </a:lnTo>
                  <a:lnTo>
                    <a:pt x="0" y="408311"/>
                  </a:lnTo>
                  <a:lnTo>
                    <a:pt x="10018" y="457865"/>
                  </a:lnTo>
                  <a:lnTo>
                    <a:pt x="37333" y="498351"/>
                  </a:lnTo>
                  <a:lnTo>
                    <a:pt x="77831" y="525657"/>
                  </a:lnTo>
                  <a:lnTo>
                    <a:pt x="127402" y="535673"/>
                  </a:lnTo>
                  <a:lnTo>
                    <a:pt x="1803598" y="535673"/>
                  </a:lnTo>
                  <a:lnTo>
                    <a:pt x="1853168" y="525657"/>
                  </a:lnTo>
                  <a:lnTo>
                    <a:pt x="1893667" y="498351"/>
                  </a:lnTo>
                  <a:lnTo>
                    <a:pt x="1920981" y="457865"/>
                  </a:lnTo>
                  <a:lnTo>
                    <a:pt x="1931000" y="408311"/>
                  </a:lnTo>
                  <a:lnTo>
                    <a:pt x="1931000" y="127365"/>
                  </a:lnTo>
                  <a:lnTo>
                    <a:pt x="1920981" y="77809"/>
                  </a:lnTo>
                  <a:lnTo>
                    <a:pt x="1893667" y="37322"/>
                  </a:lnTo>
                  <a:lnTo>
                    <a:pt x="1853168" y="10015"/>
                  </a:lnTo>
                  <a:lnTo>
                    <a:pt x="1803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98629F59-5ACD-2A8F-8C17-0E7382E0D7B6}"/>
                </a:ext>
              </a:extLst>
            </p:cNvPr>
            <p:cNvSpPr/>
            <p:nvPr/>
          </p:nvSpPr>
          <p:spPr>
            <a:xfrm>
              <a:off x="6975002" y="8510972"/>
              <a:ext cx="1931035" cy="535940"/>
            </a:xfrm>
            <a:custGeom>
              <a:avLst/>
              <a:gdLst/>
              <a:ahLst/>
              <a:cxnLst/>
              <a:rect l="l" t="t" r="r" b="b"/>
              <a:pathLst>
                <a:path w="1931034" h="535940">
                  <a:moveTo>
                    <a:pt x="1931000" y="127365"/>
                  </a:moveTo>
                  <a:lnTo>
                    <a:pt x="1931000" y="408311"/>
                  </a:lnTo>
                  <a:lnTo>
                    <a:pt x="1920981" y="457865"/>
                  </a:lnTo>
                  <a:lnTo>
                    <a:pt x="1893667" y="498351"/>
                  </a:lnTo>
                  <a:lnTo>
                    <a:pt x="1853168" y="525657"/>
                  </a:lnTo>
                  <a:lnTo>
                    <a:pt x="1803598" y="535673"/>
                  </a:lnTo>
                  <a:lnTo>
                    <a:pt x="127402" y="535673"/>
                  </a:lnTo>
                  <a:lnTo>
                    <a:pt x="77831" y="525657"/>
                  </a:lnTo>
                  <a:lnTo>
                    <a:pt x="37333" y="498351"/>
                  </a:lnTo>
                  <a:lnTo>
                    <a:pt x="10018" y="457865"/>
                  </a:lnTo>
                  <a:lnTo>
                    <a:pt x="0" y="408311"/>
                  </a:lnTo>
                  <a:lnTo>
                    <a:pt x="0" y="127365"/>
                  </a:lnTo>
                  <a:lnTo>
                    <a:pt x="10018" y="77809"/>
                  </a:lnTo>
                  <a:lnTo>
                    <a:pt x="37333" y="37322"/>
                  </a:lnTo>
                  <a:lnTo>
                    <a:pt x="77831" y="10015"/>
                  </a:lnTo>
                  <a:lnTo>
                    <a:pt x="127402" y="0"/>
                  </a:lnTo>
                  <a:lnTo>
                    <a:pt x="1803598" y="0"/>
                  </a:lnTo>
                  <a:lnTo>
                    <a:pt x="1853168" y="10015"/>
                  </a:lnTo>
                  <a:lnTo>
                    <a:pt x="1893667" y="37322"/>
                  </a:lnTo>
                  <a:lnTo>
                    <a:pt x="1920981" y="77809"/>
                  </a:lnTo>
                  <a:lnTo>
                    <a:pt x="1931000" y="127365"/>
                  </a:lnTo>
                  <a:close/>
                </a:path>
              </a:pathLst>
            </a:custGeom>
            <a:ln w="21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>
            <a:extLst>
              <a:ext uri="{FF2B5EF4-FFF2-40B4-BE49-F238E27FC236}">
                <a16:creationId xmlns:a16="http://schemas.microsoft.com/office/drawing/2014/main" id="{FF55C50B-4CA2-6180-07EF-41A9CAF2B6AD}"/>
              </a:ext>
            </a:extLst>
          </p:cNvPr>
          <p:cNvSpPr txBox="1"/>
          <p:nvPr/>
        </p:nvSpPr>
        <p:spPr>
          <a:xfrm>
            <a:off x="7506284" y="8603929"/>
            <a:ext cx="868680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dirty="0">
                <a:latin typeface="Arial"/>
                <a:cs typeface="Arial"/>
              </a:rPr>
              <a:t>Layer</a:t>
            </a:r>
            <a:r>
              <a:rPr sz="1950" spc="55" dirty="0">
                <a:latin typeface="Arial"/>
                <a:cs typeface="Arial"/>
              </a:rPr>
              <a:t> </a:t>
            </a:r>
            <a:r>
              <a:rPr sz="1950" spc="-50" dirty="0">
                <a:latin typeface="Arial"/>
                <a:cs typeface="Arial"/>
              </a:rPr>
              <a:t>8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60" name="object 60">
            <a:extLst>
              <a:ext uri="{FF2B5EF4-FFF2-40B4-BE49-F238E27FC236}">
                <a16:creationId xmlns:a16="http://schemas.microsoft.com/office/drawing/2014/main" id="{DCFD989C-2B36-2C70-5FE5-A57BA284175D}"/>
              </a:ext>
            </a:extLst>
          </p:cNvPr>
          <p:cNvGrpSpPr/>
          <p:nvPr/>
        </p:nvGrpSpPr>
        <p:grpSpPr>
          <a:xfrm>
            <a:off x="6964207" y="9529353"/>
            <a:ext cx="1952625" cy="557530"/>
            <a:chOff x="6964207" y="9529353"/>
            <a:chExt cx="1952625" cy="557530"/>
          </a:xfrm>
        </p:grpSpPr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87A3673C-C137-C0EC-FA3C-00848A115A19}"/>
                </a:ext>
              </a:extLst>
            </p:cNvPr>
            <p:cNvSpPr/>
            <p:nvPr/>
          </p:nvSpPr>
          <p:spPr>
            <a:xfrm>
              <a:off x="6975002" y="9540148"/>
              <a:ext cx="1931035" cy="535940"/>
            </a:xfrm>
            <a:custGeom>
              <a:avLst/>
              <a:gdLst/>
              <a:ahLst/>
              <a:cxnLst/>
              <a:rect l="l" t="t" r="r" b="b"/>
              <a:pathLst>
                <a:path w="1931034" h="535940">
                  <a:moveTo>
                    <a:pt x="1803598" y="0"/>
                  </a:moveTo>
                  <a:lnTo>
                    <a:pt x="127402" y="0"/>
                  </a:lnTo>
                  <a:lnTo>
                    <a:pt x="77831" y="10015"/>
                  </a:lnTo>
                  <a:lnTo>
                    <a:pt x="37333" y="37320"/>
                  </a:lnTo>
                  <a:lnTo>
                    <a:pt x="10018" y="77805"/>
                  </a:lnTo>
                  <a:lnTo>
                    <a:pt x="0" y="127361"/>
                  </a:lnTo>
                  <a:lnTo>
                    <a:pt x="0" y="408307"/>
                  </a:lnTo>
                  <a:lnTo>
                    <a:pt x="10018" y="457864"/>
                  </a:lnTo>
                  <a:lnTo>
                    <a:pt x="37333" y="498350"/>
                  </a:lnTo>
                  <a:lnTo>
                    <a:pt x="77831" y="525657"/>
                  </a:lnTo>
                  <a:lnTo>
                    <a:pt x="127402" y="535673"/>
                  </a:lnTo>
                  <a:lnTo>
                    <a:pt x="1803598" y="535673"/>
                  </a:lnTo>
                  <a:lnTo>
                    <a:pt x="1853168" y="525657"/>
                  </a:lnTo>
                  <a:lnTo>
                    <a:pt x="1893667" y="498350"/>
                  </a:lnTo>
                  <a:lnTo>
                    <a:pt x="1920981" y="457864"/>
                  </a:lnTo>
                  <a:lnTo>
                    <a:pt x="1931000" y="408307"/>
                  </a:lnTo>
                  <a:lnTo>
                    <a:pt x="1931000" y="127361"/>
                  </a:lnTo>
                  <a:lnTo>
                    <a:pt x="1920981" y="77805"/>
                  </a:lnTo>
                  <a:lnTo>
                    <a:pt x="1893667" y="37320"/>
                  </a:lnTo>
                  <a:lnTo>
                    <a:pt x="1853168" y="10015"/>
                  </a:lnTo>
                  <a:lnTo>
                    <a:pt x="1803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6CC39A4F-8B70-C3DD-44C8-007412BB7672}"/>
                </a:ext>
              </a:extLst>
            </p:cNvPr>
            <p:cNvSpPr/>
            <p:nvPr/>
          </p:nvSpPr>
          <p:spPr>
            <a:xfrm>
              <a:off x="6975002" y="9540148"/>
              <a:ext cx="1931035" cy="535940"/>
            </a:xfrm>
            <a:custGeom>
              <a:avLst/>
              <a:gdLst/>
              <a:ahLst/>
              <a:cxnLst/>
              <a:rect l="l" t="t" r="r" b="b"/>
              <a:pathLst>
                <a:path w="1931034" h="535940">
                  <a:moveTo>
                    <a:pt x="1931000" y="127361"/>
                  </a:moveTo>
                  <a:lnTo>
                    <a:pt x="1931000" y="408307"/>
                  </a:lnTo>
                  <a:lnTo>
                    <a:pt x="1920981" y="457864"/>
                  </a:lnTo>
                  <a:lnTo>
                    <a:pt x="1893667" y="498350"/>
                  </a:lnTo>
                  <a:lnTo>
                    <a:pt x="1853168" y="525657"/>
                  </a:lnTo>
                  <a:lnTo>
                    <a:pt x="1803598" y="535673"/>
                  </a:lnTo>
                  <a:lnTo>
                    <a:pt x="127402" y="535673"/>
                  </a:lnTo>
                  <a:lnTo>
                    <a:pt x="77831" y="525657"/>
                  </a:lnTo>
                  <a:lnTo>
                    <a:pt x="37333" y="498350"/>
                  </a:lnTo>
                  <a:lnTo>
                    <a:pt x="10018" y="457864"/>
                  </a:lnTo>
                  <a:lnTo>
                    <a:pt x="0" y="408307"/>
                  </a:lnTo>
                  <a:lnTo>
                    <a:pt x="0" y="127361"/>
                  </a:lnTo>
                  <a:lnTo>
                    <a:pt x="10018" y="77805"/>
                  </a:lnTo>
                  <a:lnTo>
                    <a:pt x="37333" y="37320"/>
                  </a:lnTo>
                  <a:lnTo>
                    <a:pt x="77831" y="10015"/>
                  </a:lnTo>
                  <a:lnTo>
                    <a:pt x="127402" y="0"/>
                  </a:lnTo>
                  <a:lnTo>
                    <a:pt x="1803598" y="0"/>
                  </a:lnTo>
                  <a:lnTo>
                    <a:pt x="1853168" y="10015"/>
                  </a:lnTo>
                  <a:lnTo>
                    <a:pt x="1893667" y="37320"/>
                  </a:lnTo>
                  <a:lnTo>
                    <a:pt x="1920981" y="77805"/>
                  </a:lnTo>
                  <a:lnTo>
                    <a:pt x="1931000" y="127361"/>
                  </a:lnTo>
                  <a:close/>
                </a:path>
              </a:pathLst>
            </a:custGeom>
            <a:ln w="21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>
            <a:extLst>
              <a:ext uri="{FF2B5EF4-FFF2-40B4-BE49-F238E27FC236}">
                <a16:creationId xmlns:a16="http://schemas.microsoft.com/office/drawing/2014/main" id="{566F69BB-622D-B524-2E4E-118D6B238CC9}"/>
              </a:ext>
            </a:extLst>
          </p:cNvPr>
          <p:cNvSpPr txBox="1"/>
          <p:nvPr/>
        </p:nvSpPr>
        <p:spPr>
          <a:xfrm>
            <a:off x="7436004" y="9633105"/>
            <a:ext cx="1009650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dirty="0">
                <a:latin typeface="Arial"/>
                <a:cs typeface="Arial"/>
              </a:rPr>
              <a:t>Layer</a:t>
            </a:r>
            <a:r>
              <a:rPr sz="1950" spc="55" dirty="0">
                <a:latin typeface="Arial"/>
                <a:cs typeface="Arial"/>
              </a:rPr>
              <a:t> </a:t>
            </a:r>
            <a:r>
              <a:rPr sz="1950" spc="-25" dirty="0">
                <a:latin typeface="Arial"/>
                <a:cs typeface="Arial"/>
              </a:rPr>
              <a:t>12</a:t>
            </a:r>
            <a:endParaRPr sz="1950">
              <a:latin typeface="Arial"/>
              <a:cs typeface="Arial"/>
            </a:endParaRPr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AD166600-FF2A-4C8B-66AA-B4D1741BA966}"/>
              </a:ext>
            </a:extLst>
          </p:cNvPr>
          <p:cNvSpPr txBox="1"/>
          <p:nvPr/>
        </p:nvSpPr>
        <p:spPr>
          <a:xfrm>
            <a:off x="7790350" y="8053828"/>
            <a:ext cx="590550" cy="44704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4495"/>
              </a:lnSpc>
            </a:pPr>
            <a:r>
              <a:rPr sz="3950" spc="-25" dirty="0">
                <a:latin typeface="Arial"/>
                <a:cs typeface="Arial"/>
              </a:rPr>
              <a:t>...</a:t>
            </a:r>
            <a:endParaRPr sz="3950">
              <a:latin typeface="Arial"/>
              <a:cs typeface="Arial"/>
            </a:endParaRPr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C2F9306E-74D0-CA57-33C4-4AED80B9BDC3}"/>
              </a:ext>
            </a:extLst>
          </p:cNvPr>
          <p:cNvSpPr txBox="1"/>
          <p:nvPr/>
        </p:nvSpPr>
        <p:spPr>
          <a:xfrm>
            <a:off x="7790350" y="9090431"/>
            <a:ext cx="590550" cy="44704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4495"/>
              </a:lnSpc>
            </a:pPr>
            <a:r>
              <a:rPr sz="3950" spc="-25" dirty="0">
                <a:latin typeface="Arial"/>
                <a:cs typeface="Arial"/>
              </a:rPr>
              <a:t>...</a:t>
            </a:r>
            <a:endParaRPr sz="3950">
              <a:latin typeface="Arial"/>
              <a:cs typeface="Arial"/>
            </a:endParaRPr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C94BD4F3-96B5-7C32-3E1E-2598B2F142FF}"/>
              </a:ext>
            </a:extLst>
          </p:cNvPr>
          <p:cNvSpPr txBox="1"/>
          <p:nvPr/>
        </p:nvSpPr>
        <p:spPr>
          <a:xfrm>
            <a:off x="7436256" y="6938789"/>
            <a:ext cx="999490" cy="941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50" dirty="0">
                <a:latin typeface="Arial"/>
                <a:cs typeface="Arial"/>
              </a:rPr>
              <a:t>GPT-2</a:t>
            </a:r>
            <a:endParaRPr sz="2650">
              <a:latin typeface="Arial"/>
              <a:cs typeface="Arial"/>
            </a:endParaRPr>
          </a:p>
          <a:p>
            <a:pPr marL="82550">
              <a:lnSpc>
                <a:spcPct val="100000"/>
              </a:lnSpc>
              <a:spcBef>
                <a:spcPts val="1685"/>
              </a:spcBef>
            </a:pPr>
            <a:r>
              <a:rPr sz="1950" dirty="0">
                <a:latin typeface="Arial"/>
                <a:cs typeface="Arial"/>
              </a:rPr>
              <a:t>Layer</a:t>
            </a:r>
            <a:r>
              <a:rPr sz="1950" spc="55" dirty="0">
                <a:latin typeface="Arial"/>
                <a:cs typeface="Arial"/>
              </a:rPr>
              <a:t> </a:t>
            </a:r>
            <a:r>
              <a:rPr sz="1950" spc="-50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67" name="object 67">
            <a:extLst>
              <a:ext uri="{FF2B5EF4-FFF2-40B4-BE49-F238E27FC236}">
                <a16:creationId xmlns:a16="http://schemas.microsoft.com/office/drawing/2014/main" id="{465ABB0E-46C9-1653-020C-4A66D36ABC89}"/>
              </a:ext>
            </a:extLst>
          </p:cNvPr>
          <p:cNvGrpSpPr/>
          <p:nvPr/>
        </p:nvGrpSpPr>
        <p:grpSpPr>
          <a:xfrm>
            <a:off x="7793487" y="5953016"/>
            <a:ext cx="294640" cy="715645"/>
            <a:chOff x="7793487" y="5953016"/>
            <a:chExt cx="294640" cy="715645"/>
          </a:xfrm>
        </p:grpSpPr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60647CDB-29BF-73B7-729B-C99B88782203}"/>
                </a:ext>
              </a:extLst>
            </p:cNvPr>
            <p:cNvSpPr/>
            <p:nvPr/>
          </p:nvSpPr>
          <p:spPr>
            <a:xfrm>
              <a:off x="7804018" y="5963547"/>
              <a:ext cx="273050" cy="694690"/>
            </a:xfrm>
            <a:custGeom>
              <a:avLst/>
              <a:gdLst/>
              <a:ahLst/>
              <a:cxnLst/>
              <a:rect l="l" t="t" r="r" b="b"/>
              <a:pathLst>
                <a:path w="273050" h="694690">
                  <a:moveTo>
                    <a:pt x="184253" y="0"/>
                  </a:moveTo>
                  <a:lnTo>
                    <a:pt x="88714" y="0"/>
                  </a:lnTo>
                  <a:lnTo>
                    <a:pt x="88714" y="557950"/>
                  </a:lnTo>
                  <a:lnTo>
                    <a:pt x="0" y="557950"/>
                  </a:lnTo>
                  <a:lnTo>
                    <a:pt x="136484" y="694395"/>
                  </a:lnTo>
                  <a:lnTo>
                    <a:pt x="272968" y="557950"/>
                  </a:lnTo>
                  <a:lnTo>
                    <a:pt x="184253" y="557950"/>
                  </a:lnTo>
                  <a:lnTo>
                    <a:pt x="1842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14F60745-993B-BC66-E260-83AA6F6D5BD2}"/>
                </a:ext>
              </a:extLst>
            </p:cNvPr>
            <p:cNvSpPr/>
            <p:nvPr/>
          </p:nvSpPr>
          <p:spPr>
            <a:xfrm>
              <a:off x="7804018" y="5963547"/>
              <a:ext cx="273050" cy="694690"/>
            </a:xfrm>
            <a:custGeom>
              <a:avLst/>
              <a:gdLst/>
              <a:ahLst/>
              <a:cxnLst/>
              <a:rect l="l" t="t" r="r" b="b"/>
              <a:pathLst>
                <a:path w="273050" h="694690">
                  <a:moveTo>
                    <a:pt x="88714" y="0"/>
                  </a:moveTo>
                  <a:lnTo>
                    <a:pt x="184253" y="0"/>
                  </a:lnTo>
                  <a:lnTo>
                    <a:pt x="184253" y="557950"/>
                  </a:lnTo>
                  <a:lnTo>
                    <a:pt x="272968" y="557950"/>
                  </a:lnTo>
                  <a:lnTo>
                    <a:pt x="136484" y="694395"/>
                  </a:lnTo>
                  <a:lnTo>
                    <a:pt x="0" y="557950"/>
                  </a:lnTo>
                  <a:lnTo>
                    <a:pt x="88714" y="557950"/>
                  </a:lnTo>
                  <a:lnTo>
                    <a:pt x="88714" y="0"/>
                  </a:lnTo>
                  <a:close/>
                </a:path>
              </a:pathLst>
            </a:custGeom>
            <a:ln w="210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0" name="object 70">
            <a:extLst>
              <a:ext uri="{FF2B5EF4-FFF2-40B4-BE49-F238E27FC236}">
                <a16:creationId xmlns:a16="http://schemas.microsoft.com/office/drawing/2014/main" id="{749EAA81-EA81-8F89-C310-33916D428E1E}"/>
              </a:ext>
            </a:extLst>
          </p:cNvPr>
          <p:cNvGrpSpPr/>
          <p:nvPr/>
        </p:nvGrpSpPr>
        <p:grpSpPr>
          <a:xfrm>
            <a:off x="7788432" y="3462557"/>
            <a:ext cx="294640" cy="715645"/>
            <a:chOff x="7788432" y="3462557"/>
            <a:chExt cx="294640" cy="715645"/>
          </a:xfrm>
        </p:grpSpPr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252D930C-087D-D9A6-A61E-5123015A9FAD}"/>
                </a:ext>
              </a:extLst>
            </p:cNvPr>
            <p:cNvSpPr/>
            <p:nvPr/>
          </p:nvSpPr>
          <p:spPr>
            <a:xfrm>
              <a:off x="7798963" y="3473088"/>
              <a:ext cx="273050" cy="694690"/>
            </a:xfrm>
            <a:custGeom>
              <a:avLst/>
              <a:gdLst/>
              <a:ahLst/>
              <a:cxnLst/>
              <a:rect l="l" t="t" r="r" b="b"/>
              <a:pathLst>
                <a:path w="273050" h="694689">
                  <a:moveTo>
                    <a:pt x="184253" y="0"/>
                  </a:moveTo>
                  <a:lnTo>
                    <a:pt x="88714" y="0"/>
                  </a:lnTo>
                  <a:lnTo>
                    <a:pt x="88714" y="557908"/>
                  </a:lnTo>
                  <a:lnTo>
                    <a:pt x="0" y="557908"/>
                  </a:lnTo>
                  <a:lnTo>
                    <a:pt x="136484" y="694353"/>
                  </a:lnTo>
                  <a:lnTo>
                    <a:pt x="272968" y="557908"/>
                  </a:lnTo>
                  <a:lnTo>
                    <a:pt x="184253" y="557908"/>
                  </a:lnTo>
                  <a:lnTo>
                    <a:pt x="1842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>
              <a:extLst>
                <a:ext uri="{FF2B5EF4-FFF2-40B4-BE49-F238E27FC236}">
                  <a16:creationId xmlns:a16="http://schemas.microsoft.com/office/drawing/2014/main" id="{951B932C-A4D6-B146-133D-F8B87504F44C}"/>
                </a:ext>
              </a:extLst>
            </p:cNvPr>
            <p:cNvSpPr/>
            <p:nvPr/>
          </p:nvSpPr>
          <p:spPr>
            <a:xfrm>
              <a:off x="7798963" y="3473088"/>
              <a:ext cx="273050" cy="694690"/>
            </a:xfrm>
            <a:custGeom>
              <a:avLst/>
              <a:gdLst/>
              <a:ahLst/>
              <a:cxnLst/>
              <a:rect l="l" t="t" r="r" b="b"/>
              <a:pathLst>
                <a:path w="273050" h="694689">
                  <a:moveTo>
                    <a:pt x="88714" y="0"/>
                  </a:moveTo>
                  <a:lnTo>
                    <a:pt x="184253" y="0"/>
                  </a:lnTo>
                  <a:lnTo>
                    <a:pt x="184253" y="557908"/>
                  </a:lnTo>
                  <a:lnTo>
                    <a:pt x="272968" y="557908"/>
                  </a:lnTo>
                  <a:lnTo>
                    <a:pt x="136484" y="694353"/>
                  </a:lnTo>
                  <a:lnTo>
                    <a:pt x="0" y="557908"/>
                  </a:lnTo>
                  <a:lnTo>
                    <a:pt x="88714" y="557908"/>
                  </a:lnTo>
                  <a:lnTo>
                    <a:pt x="88714" y="0"/>
                  </a:lnTo>
                  <a:close/>
                </a:path>
              </a:pathLst>
            </a:custGeom>
            <a:ln w="210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>
            <a:extLst>
              <a:ext uri="{FF2B5EF4-FFF2-40B4-BE49-F238E27FC236}">
                <a16:creationId xmlns:a16="http://schemas.microsoft.com/office/drawing/2014/main" id="{631AFA20-103D-CA3B-DDBB-BAAEFCBFC7BE}"/>
              </a:ext>
            </a:extLst>
          </p:cNvPr>
          <p:cNvSpPr txBox="1"/>
          <p:nvPr/>
        </p:nvSpPr>
        <p:spPr>
          <a:xfrm>
            <a:off x="5988156" y="1719449"/>
            <a:ext cx="144907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10" dirty="0">
                <a:latin typeface="Arial"/>
                <a:cs typeface="Arial"/>
              </a:rPr>
              <a:t>Stimulus</a:t>
            </a:r>
            <a:endParaRPr sz="2650">
              <a:latin typeface="Arial"/>
              <a:cs typeface="Arial"/>
            </a:endParaRPr>
          </a:p>
        </p:txBody>
      </p:sp>
      <p:sp>
        <p:nvSpPr>
          <p:cNvPr id="78" name="object 78">
            <a:extLst>
              <a:ext uri="{FF2B5EF4-FFF2-40B4-BE49-F238E27FC236}">
                <a16:creationId xmlns:a16="http://schemas.microsoft.com/office/drawing/2014/main" id="{600DB09D-9260-74E5-4E30-A542B2F2730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77" name="object 77">
            <a:extLst>
              <a:ext uri="{FF2B5EF4-FFF2-40B4-BE49-F238E27FC236}">
                <a16:creationId xmlns:a16="http://schemas.microsoft.com/office/drawing/2014/main" id="{4A6199CB-4BCF-DA06-24E0-2C7670B12742}"/>
              </a:ext>
            </a:extLst>
          </p:cNvPr>
          <p:cNvSpPr txBox="1"/>
          <p:nvPr/>
        </p:nvSpPr>
        <p:spPr>
          <a:xfrm>
            <a:off x="5970221" y="3537706"/>
            <a:ext cx="5640705" cy="1110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3125">
              <a:lnSpc>
                <a:spcPct val="100000"/>
              </a:lnSpc>
              <a:spcBef>
                <a:spcPts val="100"/>
              </a:spcBef>
            </a:pPr>
            <a:r>
              <a:rPr sz="2650" dirty="0">
                <a:latin typeface="Arial"/>
                <a:cs typeface="Arial"/>
              </a:rPr>
              <a:t>POS</a:t>
            </a:r>
            <a:r>
              <a:rPr sz="2650" spc="-40" dirty="0">
                <a:latin typeface="Arial"/>
                <a:cs typeface="Arial"/>
              </a:rPr>
              <a:t> </a:t>
            </a:r>
            <a:r>
              <a:rPr sz="2650" dirty="0">
                <a:latin typeface="Arial"/>
                <a:cs typeface="Arial"/>
              </a:rPr>
              <a:t>tagging</a:t>
            </a:r>
            <a:r>
              <a:rPr sz="2650" spc="-35" dirty="0">
                <a:latin typeface="Arial"/>
                <a:cs typeface="Arial"/>
              </a:rPr>
              <a:t> </a:t>
            </a:r>
            <a:r>
              <a:rPr sz="2650" dirty="0">
                <a:latin typeface="Arial"/>
                <a:cs typeface="Arial"/>
              </a:rPr>
              <a:t>via</a:t>
            </a:r>
            <a:r>
              <a:rPr sz="2650" spc="-40" dirty="0">
                <a:latin typeface="Arial"/>
                <a:cs typeface="Arial"/>
              </a:rPr>
              <a:t> </a:t>
            </a:r>
            <a:r>
              <a:rPr sz="2650" spc="-10" dirty="0">
                <a:latin typeface="Arial"/>
                <a:cs typeface="Arial"/>
              </a:rPr>
              <a:t>spaCy</a:t>
            </a:r>
            <a:endParaRPr sz="26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sz="2650" b="1" dirty="0">
                <a:latin typeface="Arial"/>
                <a:cs typeface="Arial"/>
              </a:rPr>
              <a:t>Attention</a:t>
            </a:r>
            <a:r>
              <a:rPr sz="2650" b="1" spc="-55" dirty="0">
                <a:latin typeface="Arial"/>
                <a:cs typeface="Arial"/>
              </a:rPr>
              <a:t> </a:t>
            </a:r>
            <a:r>
              <a:rPr sz="2650" b="1" spc="-20" dirty="0">
                <a:latin typeface="Arial"/>
                <a:cs typeface="Arial"/>
              </a:rPr>
              <a:t>Mask</a:t>
            </a:r>
            <a:endParaRPr sz="26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507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8B1E6-E39C-89BC-CC92-429AACC17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10A892F3-138B-F3EA-DCF1-726FD83FB6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1586" y="364251"/>
            <a:ext cx="13633684" cy="6976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CONTEXT MASKING</a:t>
            </a:r>
            <a:endParaRPr spc="-2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CDB0BB5-98BE-4285-7F40-857C674DBBE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grpSp>
        <p:nvGrpSpPr>
          <p:cNvPr id="4" name="object 4">
            <a:extLst>
              <a:ext uri="{FF2B5EF4-FFF2-40B4-BE49-F238E27FC236}">
                <a16:creationId xmlns:a16="http://schemas.microsoft.com/office/drawing/2014/main" id="{8B774ADE-8941-FA15-3C6A-E019C6800A7E}"/>
              </a:ext>
            </a:extLst>
          </p:cNvPr>
          <p:cNvGrpSpPr/>
          <p:nvPr/>
        </p:nvGrpSpPr>
        <p:grpSpPr>
          <a:xfrm>
            <a:off x="5985508" y="4702254"/>
            <a:ext cx="8134984" cy="1293495"/>
            <a:chOff x="5985508" y="4702254"/>
            <a:chExt cx="8134984" cy="129349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1157D42-5314-7BC0-4D29-C500D824D384}"/>
                </a:ext>
              </a:extLst>
            </p:cNvPr>
            <p:cNvSpPr/>
            <p:nvPr/>
          </p:nvSpPr>
          <p:spPr>
            <a:xfrm>
              <a:off x="6006781" y="4723527"/>
              <a:ext cx="8092440" cy="1250950"/>
            </a:xfrm>
            <a:custGeom>
              <a:avLst/>
              <a:gdLst/>
              <a:ahLst/>
              <a:cxnLst/>
              <a:rect l="l" t="t" r="r" b="b"/>
              <a:pathLst>
                <a:path w="8092440" h="1250950">
                  <a:moveTo>
                    <a:pt x="8092003" y="0"/>
                  </a:moveTo>
                  <a:lnTo>
                    <a:pt x="0" y="0"/>
                  </a:lnTo>
                  <a:lnTo>
                    <a:pt x="0" y="1250716"/>
                  </a:lnTo>
                  <a:lnTo>
                    <a:pt x="8092003" y="1250716"/>
                  </a:lnTo>
                  <a:lnTo>
                    <a:pt x="8092003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3055D23-EE05-6B94-B434-6534951A818D}"/>
                </a:ext>
              </a:extLst>
            </p:cNvPr>
            <p:cNvSpPr/>
            <p:nvPr/>
          </p:nvSpPr>
          <p:spPr>
            <a:xfrm>
              <a:off x="6006781" y="4723527"/>
              <a:ext cx="8092440" cy="1250950"/>
            </a:xfrm>
            <a:custGeom>
              <a:avLst/>
              <a:gdLst/>
              <a:ahLst/>
              <a:cxnLst/>
              <a:rect l="l" t="t" r="r" b="b"/>
              <a:pathLst>
                <a:path w="8092440" h="1250950">
                  <a:moveTo>
                    <a:pt x="0" y="1250716"/>
                  </a:moveTo>
                  <a:lnTo>
                    <a:pt x="8092003" y="1250716"/>
                  </a:lnTo>
                  <a:lnTo>
                    <a:pt x="8092003" y="0"/>
                  </a:lnTo>
                  <a:lnTo>
                    <a:pt x="0" y="0"/>
                  </a:lnTo>
                  <a:lnTo>
                    <a:pt x="0" y="1250716"/>
                  </a:lnTo>
                  <a:close/>
                </a:path>
              </a:pathLst>
            </a:custGeom>
            <a:ln w="421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879F3CCC-FC24-1393-B9B8-5EAF4556793E}"/>
              </a:ext>
            </a:extLst>
          </p:cNvPr>
          <p:cNvSpPr txBox="1"/>
          <p:nvPr/>
        </p:nvSpPr>
        <p:spPr>
          <a:xfrm>
            <a:off x="6008097" y="2227083"/>
            <a:ext cx="8092440" cy="1240155"/>
          </a:xfrm>
          <a:prstGeom prst="rect">
            <a:avLst/>
          </a:prstGeom>
          <a:solidFill>
            <a:srgbClr val="EFEFEF"/>
          </a:solidFill>
          <a:ln w="42112">
            <a:solidFill>
              <a:srgbClr val="000000"/>
            </a:solidFill>
          </a:ln>
        </p:spPr>
        <p:txBody>
          <a:bodyPr vert="horz" wrap="square" lIns="0" tIns="236854" rIns="0" bIns="0" rtlCol="0">
            <a:spAutoFit/>
          </a:bodyPr>
          <a:lstStyle/>
          <a:p>
            <a:pPr marL="252729" marR="273685">
              <a:lnSpc>
                <a:spcPts val="3050"/>
              </a:lnSpc>
              <a:spcBef>
                <a:spcPts val="1864"/>
              </a:spcBef>
            </a:pPr>
            <a:r>
              <a:rPr sz="2650" i="1" dirty="0">
                <a:latin typeface="Arial"/>
                <a:cs typeface="Arial"/>
              </a:rPr>
              <a:t>There're</a:t>
            </a:r>
            <a:r>
              <a:rPr sz="2650" i="1" spc="-4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some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scientists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who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say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that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the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spc="-10" dirty="0">
                <a:latin typeface="Arial"/>
                <a:cs typeface="Arial"/>
              </a:rPr>
              <a:t>universe </a:t>
            </a:r>
            <a:r>
              <a:rPr sz="2650" i="1" dirty="0">
                <a:latin typeface="Arial"/>
                <a:cs typeface="Arial"/>
              </a:rPr>
              <a:t>that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we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inhabit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is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not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the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only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universe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there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is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spc="-25" dirty="0">
                <a:latin typeface="Arial"/>
                <a:cs typeface="Arial"/>
              </a:rPr>
              <a:t>...</a:t>
            </a:r>
            <a:endParaRPr sz="2650">
              <a:latin typeface="Arial"/>
              <a:cs typeface="Arial"/>
            </a:endParaRPr>
          </a:p>
        </p:txBody>
      </p:sp>
      <p:grpSp>
        <p:nvGrpSpPr>
          <p:cNvPr id="9" name="object 9">
            <a:extLst>
              <a:ext uri="{FF2B5EF4-FFF2-40B4-BE49-F238E27FC236}">
                <a16:creationId xmlns:a16="http://schemas.microsoft.com/office/drawing/2014/main" id="{745C0E80-AFA6-CB56-EA01-D8566290C6C7}"/>
              </a:ext>
            </a:extLst>
          </p:cNvPr>
          <p:cNvGrpSpPr/>
          <p:nvPr/>
        </p:nvGrpSpPr>
        <p:grpSpPr>
          <a:xfrm>
            <a:off x="10336645" y="6683462"/>
            <a:ext cx="1137920" cy="4206875"/>
            <a:chOff x="10336645" y="6683462"/>
            <a:chExt cx="1137920" cy="4206875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2AB280E-A00B-5365-6369-64DFD1E25A45}"/>
                </a:ext>
              </a:extLst>
            </p:cNvPr>
            <p:cNvSpPr/>
            <p:nvPr/>
          </p:nvSpPr>
          <p:spPr>
            <a:xfrm>
              <a:off x="10357707" y="7027950"/>
              <a:ext cx="772160" cy="3841115"/>
            </a:xfrm>
            <a:custGeom>
              <a:avLst/>
              <a:gdLst/>
              <a:ahLst/>
              <a:cxnLst/>
              <a:rect l="l" t="t" r="r" b="b"/>
              <a:pathLst>
                <a:path w="772159" h="3841115">
                  <a:moveTo>
                    <a:pt x="698049" y="0"/>
                  </a:moveTo>
                  <a:lnTo>
                    <a:pt x="73844" y="0"/>
                  </a:lnTo>
                  <a:lnTo>
                    <a:pt x="45103" y="5803"/>
                  </a:lnTo>
                  <a:lnTo>
                    <a:pt x="21631" y="21628"/>
                  </a:lnTo>
                  <a:lnTo>
                    <a:pt x="5804" y="45090"/>
                  </a:lnTo>
                  <a:lnTo>
                    <a:pt x="0" y="73810"/>
                  </a:lnTo>
                  <a:lnTo>
                    <a:pt x="0" y="3766901"/>
                  </a:lnTo>
                  <a:lnTo>
                    <a:pt x="5804" y="3795621"/>
                  </a:lnTo>
                  <a:lnTo>
                    <a:pt x="21631" y="3819084"/>
                  </a:lnTo>
                  <a:lnTo>
                    <a:pt x="45103" y="3834909"/>
                  </a:lnTo>
                  <a:lnTo>
                    <a:pt x="73844" y="3840713"/>
                  </a:lnTo>
                  <a:lnTo>
                    <a:pt x="698049" y="3840713"/>
                  </a:lnTo>
                  <a:lnTo>
                    <a:pt x="726766" y="3834909"/>
                  </a:lnTo>
                  <a:lnTo>
                    <a:pt x="750226" y="3819084"/>
                  </a:lnTo>
                  <a:lnTo>
                    <a:pt x="766049" y="3795621"/>
                  </a:lnTo>
                  <a:lnTo>
                    <a:pt x="771852" y="3766901"/>
                  </a:lnTo>
                  <a:lnTo>
                    <a:pt x="771852" y="73810"/>
                  </a:lnTo>
                  <a:lnTo>
                    <a:pt x="766049" y="45090"/>
                  </a:lnTo>
                  <a:lnTo>
                    <a:pt x="750226" y="21628"/>
                  </a:lnTo>
                  <a:lnTo>
                    <a:pt x="726766" y="5803"/>
                  </a:lnTo>
                  <a:lnTo>
                    <a:pt x="698049" y="0"/>
                  </a:lnTo>
                  <a:close/>
                </a:path>
              </a:pathLst>
            </a:custGeom>
            <a:solidFill>
              <a:srgbClr val="9AFF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DE71316-F85B-D8CE-2801-F52C8AAADB4B}"/>
                </a:ext>
              </a:extLst>
            </p:cNvPr>
            <p:cNvSpPr/>
            <p:nvPr/>
          </p:nvSpPr>
          <p:spPr>
            <a:xfrm>
              <a:off x="10357707" y="7027950"/>
              <a:ext cx="772160" cy="3841115"/>
            </a:xfrm>
            <a:custGeom>
              <a:avLst/>
              <a:gdLst/>
              <a:ahLst/>
              <a:cxnLst/>
              <a:rect l="l" t="t" r="r" b="b"/>
              <a:pathLst>
                <a:path w="772159" h="3841115">
                  <a:moveTo>
                    <a:pt x="771852" y="73810"/>
                  </a:moveTo>
                  <a:lnTo>
                    <a:pt x="771852" y="3766901"/>
                  </a:lnTo>
                  <a:lnTo>
                    <a:pt x="766049" y="3795621"/>
                  </a:lnTo>
                  <a:lnTo>
                    <a:pt x="750226" y="3819084"/>
                  </a:lnTo>
                  <a:lnTo>
                    <a:pt x="726766" y="3834909"/>
                  </a:lnTo>
                  <a:lnTo>
                    <a:pt x="698049" y="3840713"/>
                  </a:lnTo>
                  <a:lnTo>
                    <a:pt x="73844" y="3840713"/>
                  </a:lnTo>
                  <a:lnTo>
                    <a:pt x="45103" y="3834909"/>
                  </a:lnTo>
                  <a:lnTo>
                    <a:pt x="21631" y="3819084"/>
                  </a:lnTo>
                  <a:lnTo>
                    <a:pt x="5804" y="3795621"/>
                  </a:lnTo>
                  <a:lnTo>
                    <a:pt x="0" y="3766901"/>
                  </a:lnTo>
                  <a:lnTo>
                    <a:pt x="0" y="73810"/>
                  </a:lnTo>
                  <a:lnTo>
                    <a:pt x="5804" y="45090"/>
                  </a:lnTo>
                  <a:lnTo>
                    <a:pt x="21631" y="21628"/>
                  </a:lnTo>
                  <a:lnTo>
                    <a:pt x="45103" y="5803"/>
                  </a:lnTo>
                  <a:lnTo>
                    <a:pt x="73844" y="0"/>
                  </a:lnTo>
                  <a:lnTo>
                    <a:pt x="698049" y="0"/>
                  </a:lnTo>
                  <a:lnTo>
                    <a:pt x="726766" y="5803"/>
                  </a:lnTo>
                  <a:lnTo>
                    <a:pt x="750226" y="21628"/>
                  </a:lnTo>
                  <a:lnTo>
                    <a:pt x="766049" y="45090"/>
                  </a:lnTo>
                  <a:lnTo>
                    <a:pt x="771852" y="73810"/>
                  </a:lnTo>
                  <a:close/>
                </a:path>
              </a:pathLst>
            </a:custGeom>
            <a:ln w="42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3ED2CFBC-A5C8-E8BB-9841-86D011B5EC53}"/>
                </a:ext>
              </a:extLst>
            </p:cNvPr>
            <p:cNvSpPr/>
            <p:nvPr/>
          </p:nvSpPr>
          <p:spPr>
            <a:xfrm>
              <a:off x="10458806" y="6926879"/>
              <a:ext cx="772160" cy="3841115"/>
            </a:xfrm>
            <a:custGeom>
              <a:avLst/>
              <a:gdLst/>
              <a:ahLst/>
              <a:cxnLst/>
              <a:rect l="l" t="t" r="r" b="b"/>
              <a:pathLst>
                <a:path w="772159" h="3841115">
                  <a:moveTo>
                    <a:pt x="698049" y="0"/>
                  </a:moveTo>
                  <a:lnTo>
                    <a:pt x="73844" y="0"/>
                  </a:lnTo>
                  <a:lnTo>
                    <a:pt x="45103" y="5803"/>
                  </a:lnTo>
                  <a:lnTo>
                    <a:pt x="21631" y="21628"/>
                  </a:lnTo>
                  <a:lnTo>
                    <a:pt x="5804" y="45090"/>
                  </a:lnTo>
                  <a:lnTo>
                    <a:pt x="0" y="73810"/>
                  </a:lnTo>
                  <a:lnTo>
                    <a:pt x="0" y="3766901"/>
                  </a:lnTo>
                  <a:lnTo>
                    <a:pt x="5804" y="3795621"/>
                  </a:lnTo>
                  <a:lnTo>
                    <a:pt x="21631" y="3819084"/>
                  </a:lnTo>
                  <a:lnTo>
                    <a:pt x="45103" y="3834909"/>
                  </a:lnTo>
                  <a:lnTo>
                    <a:pt x="73844" y="3840713"/>
                  </a:lnTo>
                  <a:lnTo>
                    <a:pt x="698049" y="3840713"/>
                  </a:lnTo>
                  <a:lnTo>
                    <a:pt x="726766" y="3834909"/>
                  </a:lnTo>
                  <a:lnTo>
                    <a:pt x="750226" y="3819084"/>
                  </a:lnTo>
                  <a:lnTo>
                    <a:pt x="766049" y="3795621"/>
                  </a:lnTo>
                  <a:lnTo>
                    <a:pt x="771852" y="3766901"/>
                  </a:lnTo>
                  <a:lnTo>
                    <a:pt x="771852" y="73810"/>
                  </a:lnTo>
                  <a:lnTo>
                    <a:pt x="766049" y="45090"/>
                  </a:lnTo>
                  <a:lnTo>
                    <a:pt x="750226" y="21628"/>
                  </a:lnTo>
                  <a:lnTo>
                    <a:pt x="726766" y="5803"/>
                  </a:lnTo>
                  <a:lnTo>
                    <a:pt x="698049" y="0"/>
                  </a:lnTo>
                  <a:close/>
                </a:path>
              </a:pathLst>
            </a:custGeom>
            <a:solidFill>
              <a:srgbClr val="FFA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1BCAB288-7C82-8B43-37BE-11B1B6C187FC}"/>
                </a:ext>
              </a:extLst>
            </p:cNvPr>
            <p:cNvSpPr/>
            <p:nvPr/>
          </p:nvSpPr>
          <p:spPr>
            <a:xfrm>
              <a:off x="10458806" y="6926879"/>
              <a:ext cx="772160" cy="3841115"/>
            </a:xfrm>
            <a:custGeom>
              <a:avLst/>
              <a:gdLst/>
              <a:ahLst/>
              <a:cxnLst/>
              <a:rect l="l" t="t" r="r" b="b"/>
              <a:pathLst>
                <a:path w="772159" h="3841115">
                  <a:moveTo>
                    <a:pt x="771852" y="73810"/>
                  </a:moveTo>
                  <a:lnTo>
                    <a:pt x="771852" y="3766901"/>
                  </a:lnTo>
                  <a:lnTo>
                    <a:pt x="766049" y="3795621"/>
                  </a:lnTo>
                  <a:lnTo>
                    <a:pt x="750226" y="3819084"/>
                  </a:lnTo>
                  <a:lnTo>
                    <a:pt x="726766" y="3834909"/>
                  </a:lnTo>
                  <a:lnTo>
                    <a:pt x="698049" y="3840713"/>
                  </a:lnTo>
                  <a:lnTo>
                    <a:pt x="73844" y="3840713"/>
                  </a:lnTo>
                  <a:lnTo>
                    <a:pt x="45103" y="3834909"/>
                  </a:lnTo>
                  <a:lnTo>
                    <a:pt x="21631" y="3819084"/>
                  </a:lnTo>
                  <a:lnTo>
                    <a:pt x="5804" y="3795621"/>
                  </a:lnTo>
                  <a:lnTo>
                    <a:pt x="0" y="3766901"/>
                  </a:lnTo>
                  <a:lnTo>
                    <a:pt x="0" y="73810"/>
                  </a:lnTo>
                  <a:lnTo>
                    <a:pt x="5804" y="45090"/>
                  </a:lnTo>
                  <a:lnTo>
                    <a:pt x="21631" y="21628"/>
                  </a:lnTo>
                  <a:lnTo>
                    <a:pt x="45103" y="5803"/>
                  </a:lnTo>
                  <a:lnTo>
                    <a:pt x="73844" y="0"/>
                  </a:lnTo>
                  <a:lnTo>
                    <a:pt x="698049" y="0"/>
                  </a:lnTo>
                  <a:lnTo>
                    <a:pt x="726766" y="5803"/>
                  </a:lnTo>
                  <a:lnTo>
                    <a:pt x="750226" y="21628"/>
                  </a:lnTo>
                  <a:lnTo>
                    <a:pt x="766049" y="45090"/>
                  </a:lnTo>
                  <a:lnTo>
                    <a:pt x="771852" y="73810"/>
                  </a:lnTo>
                  <a:close/>
                </a:path>
              </a:pathLst>
            </a:custGeom>
            <a:ln w="42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1E15C0D5-0D2D-C492-C4F0-74A11F84A879}"/>
                </a:ext>
              </a:extLst>
            </p:cNvPr>
            <p:cNvSpPr/>
            <p:nvPr/>
          </p:nvSpPr>
          <p:spPr>
            <a:xfrm>
              <a:off x="10570016" y="6815702"/>
              <a:ext cx="772160" cy="3841115"/>
            </a:xfrm>
            <a:custGeom>
              <a:avLst/>
              <a:gdLst/>
              <a:ahLst/>
              <a:cxnLst/>
              <a:rect l="l" t="t" r="r" b="b"/>
              <a:pathLst>
                <a:path w="772159" h="3841115">
                  <a:moveTo>
                    <a:pt x="698049" y="0"/>
                  </a:moveTo>
                  <a:lnTo>
                    <a:pt x="73844" y="0"/>
                  </a:lnTo>
                  <a:lnTo>
                    <a:pt x="45103" y="5803"/>
                  </a:lnTo>
                  <a:lnTo>
                    <a:pt x="21631" y="21628"/>
                  </a:lnTo>
                  <a:lnTo>
                    <a:pt x="5804" y="45090"/>
                  </a:lnTo>
                  <a:lnTo>
                    <a:pt x="0" y="73810"/>
                  </a:lnTo>
                  <a:lnTo>
                    <a:pt x="0" y="3766901"/>
                  </a:lnTo>
                  <a:lnTo>
                    <a:pt x="5804" y="3795621"/>
                  </a:lnTo>
                  <a:lnTo>
                    <a:pt x="21631" y="3819084"/>
                  </a:lnTo>
                  <a:lnTo>
                    <a:pt x="45103" y="3834909"/>
                  </a:lnTo>
                  <a:lnTo>
                    <a:pt x="73844" y="3840713"/>
                  </a:lnTo>
                  <a:lnTo>
                    <a:pt x="698049" y="3840713"/>
                  </a:lnTo>
                  <a:lnTo>
                    <a:pt x="726766" y="3834909"/>
                  </a:lnTo>
                  <a:lnTo>
                    <a:pt x="750226" y="3819084"/>
                  </a:lnTo>
                  <a:lnTo>
                    <a:pt x="766049" y="3795621"/>
                  </a:lnTo>
                  <a:lnTo>
                    <a:pt x="771852" y="3766901"/>
                  </a:lnTo>
                  <a:lnTo>
                    <a:pt x="771852" y="73810"/>
                  </a:lnTo>
                  <a:lnTo>
                    <a:pt x="766049" y="45090"/>
                  </a:lnTo>
                  <a:lnTo>
                    <a:pt x="750226" y="21628"/>
                  </a:lnTo>
                  <a:lnTo>
                    <a:pt x="726766" y="5803"/>
                  </a:lnTo>
                  <a:lnTo>
                    <a:pt x="698049" y="0"/>
                  </a:lnTo>
                  <a:close/>
                </a:path>
              </a:pathLst>
            </a:custGeom>
            <a:solidFill>
              <a:srgbClr val="9AFF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B48B0F1B-865D-C2E2-C55F-66B9EAFA64FF}"/>
                </a:ext>
              </a:extLst>
            </p:cNvPr>
            <p:cNvSpPr/>
            <p:nvPr/>
          </p:nvSpPr>
          <p:spPr>
            <a:xfrm>
              <a:off x="10570016" y="6815702"/>
              <a:ext cx="772160" cy="3841115"/>
            </a:xfrm>
            <a:custGeom>
              <a:avLst/>
              <a:gdLst/>
              <a:ahLst/>
              <a:cxnLst/>
              <a:rect l="l" t="t" r="r" b="b"/>
              <a:pathLst>
                <a:path w="772159" h="3841115">
                  <a:moveTo>
                    <a:pt x="771852" y="73810"/>
                  </a:moveTo>
                  <a:lnTo>
                    <a:pt x="771852" y="3766901"/>
                  </a:lnTo>
                  <a:lnTo>
                    <a:pt x="766049" y="3795621"/>
                  </a:lnTo>
                  <a:lnTo>
                    <a:pt x="750226" y="3819084"/>
                  </a:lnTo>
                  <a:lnTo>
                    <a:pt x="726766" y="3834909"/>
                  </a:lnTo>
                  <a:lnTo>
                    <a:pt x="698049" y="3840713"/>
                  </a:lnTo>
                  <a:lnTo>
                    <a:pt x="73844" y="3840713"/>
                  </a:lnTo>
                  <a:lnTo>
                    <a:pt x="45103" y="3834909"/>
                  </a:lnTo>
                  <a:lnTo>
                    <a:pt x="21631" y="3819084"/>
                  </a:lnTo>
                  <a:lnTo>
                    <a:pt x="5804" y="3795621"/>
                  </a:lnTo>
                  <a:lnTo>
                    <a:pt x="0" y="3766901"/>
                  </a:lnTo>
                  <a:lnTo>
                    <a:pt x="0" y="73810"/>
                  </a:lnTo>
                  <a:lnTo>
                    <a:pt x="5804" y="45090"/>
                  </a:lnTo>
                  <a:lnTo>
                    <a:pt x="21631" y="21628"/>
                  </a:lnTo>
                  <a:lnTo>
                    <a:pt x="45103" y="5803"/>
                  </a:lnTo>
                  <a:lnTo>
                    <a:pt x="73844" y="0"/>
                  </a:lnTo>
                  <a:lnTo>
                    <a:pt x="698049" y="0"/>
                  </a:lnTo>
                  <a:lnTo>
                    <a:pt x="726766" y="5803"/>
                  </a:lnTo>
                  <a:lnTo>
                    <a:pt x="750226" y="21628"/>
                  </a:lnTo>
                  <a:lnTo>
                    <a:pt x="766049" y="45090"/>
                  </a:lnTo>
                  <a:lnTo>
                    <a:pt x="771852" y="73810"/>
                  </a:lnTo>
                  <a:close/>
                </a:path>
              </a:pathLst>
            </a:custGeom>
            <a:ln w="42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536D17E7-9CCE-4F35-41E7-B1BB0DA8A9FE}"/>
                </a:ext>
              </a:extLst>
            </p:cNvPr>
            <p:cNvSpPr/>
            <p:nvPr/>
          </p:nvSpPr>
          <p:spPr>
            <a:xfrm>
              <a:off x="10681225" y="6704524"/>
              <a:ext cx="772160" cy="3841115"/>
            </a:xfrm>
            <a:custGeom>
              <a:avLst/>
              <a:gdLst/>
              <a:ahLst/>
              <a:cxnLst/>
              <a:rect l="l" t="t" r="r" b="b"/>
              <a:pathLst>
                <a:path w="772159" h="3841115">
                  <a:moveTo>
                    <a:pt x="698049" y="0"/>
                  </a:moveTo>
                  <a:lnTo>
                    <a:pt x="73844" y="0"/>
                  </a:lnTo>
                  <a:lnTo>
                    <a:pt x="45103" y="5803"/>
                  </a:lnTo>
                  <a:lnTo>
                    <a:pt x="21631" y="21628"/>
                  </a:lnTo>
                  <a:lnTo>
                    <a:pt x="5804" y="45090"/>
                  </a:lnTo>
                  <a:lnTo>
                    <a:pt x="0" y="73810"/>
                  </a:lnTo>
                  <a:lnTo>
                    <a:pt x="0" y="3766901"/>
                  </a:lnTo>
                  <a:lnTo>
                    <a:pt x="5804" y="3795621"/>
                  </a:lnTo>
                  <a:lnTo>
                    <a:pt x="21631" y="3819084"/>
                  </a:lnTo>
                  <a:lnTo>
                    <a:pt x="45103" y="3834909"/>
                  </a:lnTo>
                  <a:lnTo>
                    <a:pt x="73844" y="3840713"/>
                  </a:lnTo>
                  <a:lnTo>
                    <a:pt x="698049" y="3840713"/>
                  </a:lnTo>
                  <a:lnTo>
                    <a:pt x="726766" y="3834909"/>
                  </a:lnTo>
                  <a:lnTo>
                    <a:pt x="750226" y="3819084"/>
                  </a:lnTo>
                  <a:lnTo>
                    <a:pt x="766049" y="3795621"/>
                  </a:lnTo>
                  <a:lnTo>
                    <a:pt x="771852" y="3766901"/>
                  </a:lnTo>
                  <a:lnTo>
                    <a:pt x="771852" y="73810"/>
                  </a:lnTo>
                  <a:lnTo>
                    <a:pt x="766049" y="45090"/>
                  </a:lnTo>
                  <a:lnTo>
                    <a:pt x="750226" y="21628"/>
                  </a:lnTo>
                  <a:lnTo>
                    <a:pt x="726766" y="5803"/>
                  </a:lnTo>
                  <a:lnTo>
                    <a:pt x="698049" y="0"/>
                  </a:lnTo>
                  <a:close/>
                </a:path>
              </a:pathLst>
            </a:custGeom>
            <a:solidFill>
              <a:srgbClr val="9AFF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0A0782BD-75F3-C6E7-1C27-EA50D74C38F7}"/>
                </a:ext>
              </a:extLst>
            </p:cNvPr>
            <p:cNvSpPr/>
            <p:nvPr/>
          </p:nvSpPr>
          <p:spPr>
            <a:xfrm>
              <a:off x="10681225" y="6704524"/>
              <a:ext cx="772160" cy="3841115"/>
            </a:xfrm>
            <a:custGeom>
              <a:avLst/>
              <a:gdLst/>
              <a:ahLst/>
              <a:cxnLst/>
              <a:rect l="l" t="t" r="r" b="b"/>
              <a:pathLst>
                <a:path w="772159" h="3841115">
                  <a:moveTo>
                    <a:pt x="771852" y="73810"/>
                  </a:moveTo>
                  <a:lnTo>
                    <a:pt x="771852" y="3766901"/>
                  </a:lnTo>
                  <a:lnTo>
                    <a:pt x="766049" y="3795621"/>
                  </a:lnTo>
                  <a:lnTo>
                    <a:pt x="750226" y="3819084"/>
                  </a:lnTo>
                  <a:lnTo>
                    <a:pt x="726766" y="3834909"/>
                  </a:lnTo>
                  <a:lnTo>
                    <a:pt x="698049" y="3840713"/>
                  </a:lnTo>
                  <a:lnTo>
                    <a:pt x="73844" y="3840713"/>
                  </a:lnTo>
                  <a:lnTo>
                    <a:pt x="45103" y="3834909"/>
                  </a:lnTo>
                  <a:lnTo>
                    <a:pt x="21631" y="3819084"/>
                  </a:lnTo>
                  <a:lnTo>
                    <a:pt x="5804" y="3795621"/>
                  </a:lnTo>
                  <a:lnTo>
                    <a:pt x="0" y="3766901"/>
                  </a:lnTo>
                  <a:lnTo>
                    <a:pt x="0" y="73810"/>
                  </a:lnTo>
                  <a:lnTo>
                    <a:pt x="5804" y="45090"/>
                  </a:lnTo>
                  <a:lnTo>
                    <a:pt x="21631" y="21628"/>
                  </a:lnTo>
                  <a:lnTo>
                    <a:pt x="45103" y="5803"/>
                  </a:lnTo>
                  <a:lnTo>
                    <a:pt x="73844" y="0"/>
                  </a:lnTo>
                  <a:lnTo>
                    <a:pt x="698049" y="0"/>
                  </a:lnTo>
                  <a:lnTo>
                    <a:pt x="726766" y="5803"/>
                  </a:lnTo>
                  <a:lnTo>
                    <a:pt x="750226" y="21628"/>
                  </a:lnTo>
                  <a:lnTo>
                    <a:pt x="766049" y="45090"/>
                  </a:lnTo>
                  <a:lnTo>
                    <a:pt x="771852" y="73810"/>
                  </a:lnTo>
                  <a:close/>
                </a:path>
              </a:pathLst>
            </a:custGeom>
            <a:ln w="42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F1F0A555-24C0-E4C8-BE7D-E1219F7D82AD}"/>
                </a:ext>
              </a:extLst>
            </p:cNvPr>
            <p:cNvSpPr/>
            <p:nvPr/>
          </p:nvSpPr>
          <p:spPr>
            <a:xfrm>
              <a:off x="10803935" y="6870158"/>
              <a:ext cx="557530" cy="456565"/>
            </a:xfrm>
            <a:custGeom>
              <a:avLst/>
              <a:gdLst/>
              <a:ahLst/>
              <a:cxnLst/>
              <a:rect l="l" t="t" r="r" b="b"/>
              <a:pathLst>
                <a:path w="557529" h="456565">
                  <a:moveTo>
                    <a:pt x="488773" y="0"/>
                  </a:moveTo>
                  <a:lnTo>
                    <a:pt x="68410" y="0"/>
                  </a:lnTo>
                  <a:lnTo>
                    <a:pt x="41798" y="5378"/>
                  </a:lnTo>
                  <a:lnTo>
                    <a:pt x="20051" y="20041"/>
                  </a:lnTo>
                  <a:lnTo>
                    <a:pt x="5381" y="41782"/>
                  </a:lnTo>
                  <a:lnTo>
                    <a:pt x="0" y="68395"/>
                  </a:lnTo>
                  <a:lnTo>
                    <a:pt x="0" y="387575"/>
                  </a:lnTo>
                  <a:lnTo>
                    <a:pt x="5381" y="414188"/>
                  </a:lnTo>
                  <a:lnTo>
                    <a:pt x="20051" y="435931"/>
                  </a:lnTo>
                  <a:lnTo>
                    <a:pt x="41798" y="450596"/>
                  </a:lnTo>
                  <a:lnTo>
                    <a:pt x="68410" y="455974"/>
                  </a:lnTo>
                  <a:lnTo>
                    <a:pt x="488773" y="455974"/>
                  </a:lnTo>
                  <a:lnTo>
                    <a:pt x="515410" y="450596"/>
                  </a:lnTo>
                  <a:lnTo>
                    <a:pt x="537170" y="435931"/>
                  </a:lnTo>
                  <a:lnTo>
                    <a:pt x="551844" y="414188"/>
                  </a:lnTo>
                  <a:lnTo>
                    <a:pt x="557226" y="387575"/>
                  </a:lnTo>
                  <a:lnTo>
                    <a:pt x="557226" y="68395"/>
                  </a:lnTo>
                  <a:lnTo>
                    <a:pt x="551844" y="41782"/>
                  </a:lnTo>
                  <a:lnTo>
                    <a:pt x="537170" y="20041"/>
                  </a:lnTo>
                  <a:lnTo>
                    <a:pt x="515410" y="5378"/>
                  </a:lnTo>
                  <a:lnTo>
                    <a:pt x="488773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6C0CA106-B6A8-F8C6-951E-D2E37F5A2600}"/>
                </a:ext>
              </a:extLst>
            </p:cNvPr>
            <p:cNvSpPr/>
            <p:nvPr/>
          </p:nvSpPr>
          <p:spPr>
            <a:xfrm>
              <a:off x="10803935" y="6870158"/>
              <a:ext cx="557530" cy="456565"/>
            </a:xfrm>
            <a:custGeom>
              <a:avLst/>
              <a:gdLst/>
              <a:ahLst/>
              <a:cxnLst/>
              <a:rect l="l" t="t" r="r" b="b"/>
              <a:pathLst>
                <a:path w="557529" h="456565">
                  <a:moveTo>
                    <a:pt x="557226" y="68395"/>
                  </a:moveTo>
                  <a:lnTo>
                    <a:pt x="557226" y="387575"/>
                  </a:lnTo>
                  <a:lnTo>
                    <a:pt x="551844" y="414188"/>
                  </a:lnTo>
                  <a:lnTo>
                    <a:pt x="537170" y="435931"/>
                  </a:lnTo>
                  <a:lnTo>
                    <a:pt x="515410" y="450596"/>
                  </a:lnTo>
                  <a:lnTo>
                    <a:pt x="488773" y="455974"/>
                  </a:lnTo>
                  <a:lnTo>
                    <a:pt x="68410" y="455974"/>
                  </a:lnTo>
                  <a:lnTo>
                    <a:pt x="41798" y="450596"/>
                  </a:lnTo>
                  <a:lnTo>
                    <a:pt x="20051" y="435931"/>
                  </a:lnTo>
                  <a:lnTo>
                    <a:pt x="5381" y="414188"/>
                  </a:lnTo>
                  <a:lnTo>
                    <a:pt x="0" y="387575"/>
                  </a:lnTo>
                  <a:lnTo>
                    <a:pt x="0" y="68395"/>
                  </a:lnTo>
                  <a:lnTo>
                    <a:pt x="5381" y="41782"/>
                  </a:lnTo>
                  <a:lnTo>
                    <a:pt x="20051" y="20041"/>
                  </a:lnTo>
                  <a:lnTo>
                    <a:pt x="41798" y="5378"/>
                  </a:lnTo>
                  <a:lnTo>
                    <a:pt x="68410" y="0"/>
                  </a:lnTo>
                  <a:lnTo>
                    <a:pt x="488773" y="0"/>
                  </a:lnTo>
                  <a:lnTo>
                    <a:pt x="515410" y="5378"/>
                  </a:lnTo>
                  <a:lnTo>
                    <a:pt x="537170" y="20041"/>
                  </a:lnTo>
                  <a:lnTo>
                    <a:pt x="551844" y="41782"/>
                  </a:lnTo>
                  <a:lnTo>
                    <a:pt x="557226" y="68395"/>
                  </a:lnTo>
                  <a:close/>
                </a:path>
              </a:pathLst>
            </a:custGeom>
            <a:ln w="21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DA934C4A-35D7-E9F1-00B9-860D5FBEA03F}"/>
                </a:ext>
              </a:extLst>
            </p:cNvPr>
            <p:cNvSpPr/>
            <p:nvPr/>
          </p:nvSpPr>
          <p:spPr>
            <a:xfrm>
              <a:off x="10803935" y="7605664"/>
              <a:ext cx="557530" cy="456565"/>
            </a:xfrm>
            <a:custGeom>
              <a:avLst/>
              <a:gdLst/>
              <a:ahLst/>
              <a:cxnLst/>
              <a:rect l="l" t="t" r="r" b="b"/>
              <a:pathLst>
                <a:path w="557529" h="456565">
                  <a:moveTo>
                    <a:pt x="488773" y="0"/>
                  </a:moveTo>
                  <a:lnTo>
                    <a:pt x="68410" y="0"/>
                  </a:lnTo>
                  <a:lnTo>
                    <a:pt x="41798" y="5378"/>
                  </a:lnTo>
                  <a:lnTo>
                    <a:pt x="20051" y="20041"/>
                  </a:lnTo>
                  <a:lnTo>
                    <a:pt x="5381" y="41782"/>
                  </a:lnTo>
                  <a:lnTo>
                    <a:pt x="0" y="68395"/>
                  </a:lnTo>
                  <a:lnTo>
                    <a:pt x="0" y="387575"/>
                  </a:lnTo>
                  <a:lnTo>
                    <a:pt x="5381" y="414188"/>
                  </a:lnTo>
                  <a:lnTo>
                    <a:pt x="20051" y="435931"/>
                  </a:lnTo>
                  <a:lnTo>
                    <a:pt x="41798" y="450596"/>
                  </a:lnTo>
                  <a:lnTo>
                    <a:pt x="68410" y="455974"/>
                  </a:lnTo>
                  <a:lnTo>
                    <a:pt x="488773" y="455974"/>
                  </a:lnTo>
                  <a:lnTo>
                    <a:pt x="515410" y="450596"/>
                  </a:lnTo>
                  <a:lnTo>
                    <a:pt x="537170" y="435931"/>
                  </a:lnTo>
                  <a:lnTo>
                    <a:pt x="551844" y="414188"/>
                  </a:lnTo>
                  <a:lnTo>
                    <a:pt x="557226" y="387575"/>
                  </a:lnTo>
                  <a:lnTo>
                    <a:pt x="557226" y="68395"/>
                  </a:lnTo>
                  <a:lnTo>
                    <a:pt x="551844" y="41782"/>
                  </a:lnTo>
                  <a:lnTo>
                    <a:pt x="537170" y="20041"/>
                  </a:lnTo>
                  <a:lnTo>
                    <a:pt x="515410" y="5378"/>
                  </a:lnTo>
                  <a:lnTo>
                    <a:pt x="488773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81D41252-C27B-359C-491C-7EA977EB3F66}"/>
                </a:ext>
              </a:extLst>
            </p:cNvPr>
            <p:cNvSpPr/>
            <p:nvPr/>
          </p:nvSpPr>
          <p:spPr>
            <a:xfrm>
              <a:off x="10803935" y="7605664"/>
              <a:ext cx="557530" cy="456565"/>
            </a:xfrm>
            <a:custGeom>
              <a:avLst/>
              <a:gdLst/>
              <a:ahLst/>
              <a:cxnLst/>
              <a:rect l="l" t="t" r="r" b="b"/>
              <a:pathLst>
                <a:path w="557529" h="456565">
                  <a:moveTo>
                    <a:pt x="557226" y="68395"/>
                  </a:moveTo>
                  <a:lnTo>
                    <a:pt x="557226" y="387575"/>
                  </a:lnTo>
                  <a:lnTo>
                    <a:pt x="551844" y="414188"/>
                  </a:lnTo>
                  <a:lnTo>
                    <a:pt x="537170" y="435931"/>
                  </a:lnTo>
                  <a:lnTo>
                    <a:pt x="515410" y="450596"/>
                  </a:lnTo>
                  <a:lnTo>
                    <a:pt x="488773" y="455974"/>
                  </a:lnTo>
                  <a:lnTo>
                    <a:pt x="68410" y="455974"/>
                  </a:lnTo>
                  <a:lnTo>
                    <a:pt x="41798" y="450596"/>
                  </a:lnTo>
                  <a:lnTo>
                    <a:pt x="20051" y="435931"/>
                  </a:lnTo>
                  <a:lnTo>
                    <a:pt x="5381" y="414188"/>
                  </a:lnTo>
                  <a:lnTo>
                    <a:pt x="0" y="387575"/>
                  </a:lnTo>
                  <a:lnTo>
                    <a:pt x="0" y="68395"/>
                  </a:lnTo>
                  <a:lnTo>
                    <a:pt x="5381" y="41782"/>
                  </a:lnTo>
                  <a:lnTo>
                    <a:pt x="20051" y="20041"/>
                  </a:lnTo>
                  <a:lnTo>
                    <a:pt x="41798" y="5378"/>
                  </a:lnTo>
                  <a:lnTo>
                    <a:pt x="68410" y="0"/>
                  </a:lnTo>
                  <a:lnTo>
                    <a:pt x="488773" y="0"/>
                  </a:lnTo>
                  <a:lnTo>
                    <a:pt x="515410" y="5378"/>
                  </a:lnTo>
                  <a:lnTo>
                    <a:pt x="537170" y="20041"/>
                  </a:lnTo>
                  <a:lnTo>
                    <a:pt x="551844" y="41782"/>
                  </a:lnTo>
                  <a:lnTo>
                    <a:pt x="557226" y="68395"/>
                  </a:lnTo>
                  <a:close/>
                </a:path>
              </a:pathLst>
            </a:custGeom>
            <a:ln w="21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33314363-10E4-389D-75FB-3D5AB0DCC135}"/>
                </a:ext>
              </a:extLst>
            </p:cNvPr>
            <p:cNvSpPr/>
            <p:nvPr/>
          </p:nvSpPr>
          <p:spPr>
            <a:xfrm>
              <a:off x="10803935" y="8324700"/>
              <a:ext cx="557530" cy="456565"/>
            </a:xfrm>
            <a:custGeom>
              <a:avLst/>
              <a:gdLst/>
              <a:ahLst/>
              <a:cxnLst/>
              <a:rect l="l" t="t" r="r" b="b"/>
              <a:pathLst>
                <a:path w="557529" h="456565">
                  <a:moveTo>
                    <a:pt x="488773" y="0"/>
                  </a:moveTo>
                  <a:lnTo>
                    <a:pt x="68410" y="0"/>
                  </a:lnTo>
                  <a:lnTo>
                    <a:pt x="41798" y="5378"/>
                  </a:lnTo>
                  <a:lnTo>
                    <a:pt x="20051" y="20043"/>
                  </a:lnTo>
                  <a:lnTo>
                    <a:pt x="5381" y="41784"/>
                  </a:lnTo>
                  <a:lnTo>
                    <a:pt x="0" y="68395"/>
                  </a:lnTo>
                  <a:lnTo>
                    <a:pt x="0" y="387579"/>
                  </a:lnTo>
                  <a:lnTo>
                    <a:pt x="5381" y="414192"/>
                  </a:lnTo>
                  <a:lnTo>
                    <a:pt x="20051" y="435933"/>
                  </a:lnTo>
                  <a:lnTo>
                    <a:pt x="41798" y="450596"/>
                  </a:lnTo>
                  <a:lnTo>
                    <a:pt x="68410" y="455974"/>
                  </a:lnTo>
                  <a:lnTo>
                    <a:pt x="488773" y="455974"/>
                  </a:lnTo>
                  <a:lnTo>
                    <a:pt x="515410" y="450596"/>
                  </a:lnTo>
                  <a:lnTo>
                    <a:pt x="537170" y="435933"/>
                  </a:lnTo>
                  <a:lnTo>
                    <a:pt x="551844" y="414192"/>
                  </a:lnTo>
                  <a:lnTo>
                    <a:pt x="557226" y="387579"/>
                  </a:lnTo>
                  <a:lnTo>
                    <a:pt x="557226" y="68395"/>
                  </a:lnTo>
                  <a:lnTo>
                    <a:pt x="551844" y="41784"/>
                  </a:lnTo>
                  <a:lnTo>
                    <a:pt x="537170" y="20043"/>
                  </a:lnTo>
                  <a:lnTo>
                    <a:pt x="515410" y="5378"/>
                  </a:lnTo>
                  <a:lnTo>
                    <a:pt x="488773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11BB42BF-3F0E-8C5B-41A9-A38A6517A71B}"/>
                </a:ext>
              </a:extLst>
            </p:cNvPr>
            <p:cNvSpPr/>
            <p:nvPr/>
          </p:nvSpPr>
          <p:spPr>
            <a:xfrm>
              <a:off x="10803935" y="8324700"/>
              <a:ext cx="557530" cy="456565"/>
            </a:xfrm>
            <a:custGeom>
              <a:avLst/>
              <a:gdLst/>
              <a:ahLst/>
              <a:cxnLst/>
              <a:rect l="l" t="t" r="r" b="b"/>
              <a:pathLst>
                <a:path w="557529" h="456565">
                  <a:moveTo>
                    <a:pt x="557226" y="68395"/>
                  </a:moveTo>
                  <a:lnTo>
                    <a:pt x="557226" y="387579"/>
                  </a:lnTo>
                  <a:lnTo>
                    <a:pt x="551844" y="414192"/>
                  </a:lnTo>
                  <a:lnTo>
                    <a:pt x="537170" y="435933"/>
                  </a:lnTo>
                  <a:lnTo>
                    <a:pt x="515410" y="450596"/>
                  </a:lnTo>
                  <a:lnTo>
                    <a:pt x="488773" y="455974"/>
                  </a:lnTo>
                  <a:lnTo>
                    <a:pt x="68410" y="455974"/>
                  </a:lnTo>
                  <a:lnTo>
                    <a:pt x="41798" y="450596"/>
                  </a:lnTo>
                  <a:lnTo>
                    <a:pt x="20051" y="435933"/>
                  </a:lnTo>
                  <a:lnTo>
                    <a:pt x="5381" y="414192"/>
                  </a:lnTo>
                  <a:lnTo>
                    <a:pt x="0" y="387579"/>
                  </a:lnTo>
                  <a:lnTo>
                    <a:pt x="0" y="68395"/>
                  </a:lnTo>
                  <a:lnTo>
                    <a:pt x="5381" y="41784"/>
                  </a:lnTo>
                  <a:lnTo>
                    <a:pt x="20051" y="20043"/>
                  </a:lnTo>
                  <a:lnTo>
                    <a:pt x="41798" y="5378"/>
                  </a:lnTo>
                  <a:lnTo>
                    <a:pt x="68410" y="0"/>
                  </a:lnTo>
                  <a:lnTo>
                    <a:pt x="488773" y="0"/>
                  </a:lnTo>
                  <a:lnTo>
                    <a:pt x="515410" y="5378"/>
                  </a:lnTo>
                  <a:lnTo>
                    <a:pt x="537170" y="20043"/>
                  </a:lnTo>
                  <a:lnTo>
                    <a:pt x="551844" y="41784"/>
                  </a:lnTo>
                  <a:lnTo>
                    <a:pt x="557226" y="68395"/>
                  </a:lnTo>
                  <a:close/>
                </a:path>
              </a:pathLst>
            </a:custGeom>
            <a:ln w="21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51DF3A25-B4C0-7C7A-BEB6-303364077E0C}"/>
                </a:ext>
              </a:extLst>
            </p:cNvPr>
            <p:cNvSpPr/>
            <p:nvPr/>
          </p:nvSpPr>
          <p:spPr>
            <a:xfrm>
              <a:off x="10803935" y="9920181"/>
              <a:ext cx="557530" cy="456565"/>
            </a:xfrm>
            <a:custGeom>
              <a:avLst/>
              <a:gdLst/>
              <a:ahLst/>
              <a:cxnLst/>
              <a:rect l="l" t="t" r="r" b="b"/>
              <a:pathLst>
                <a:path w="557529" h="456565">
                  <a:moveTo>
                    <a:pt x="494797" y="0"/>
                  </a:moveTo>
                  <a:lnTo>
                    <a:pt x="62428" y="0"/>
                  </a:lnTo>
                  <a:lnTo>
                    <a:pt x="38137" y="4907"/>
                  </a:lnTo>
                  <a:lnTo>
                    <a:pt x="18292" y="18286"/>
                  </a:lnTo>
                  <a:lnTo>
                    <a:pt x="4908" y="38124"/>
                  </a:lnTo>
                  <a:lnTo>
                    <a:pt x="0" y="62406"/>
                  </a:lnTo>
                  <a:lnTo>
                    <a:pt x="0" y="393572"/>
                  </a:lnTo>
                  <a:lnTo>
                    <a:pt x="4908" y="417852"/>
                  </a:lnTo>
                  <a:lnTo>
                    <a:pt x="18292" y="437688"/>
                  </a:lnTo>
                  <a:lnTo>
                    <a:pt x="38137" y="451067"/>
                  </a:lnTo>
                  <a:lnTo>
                    <a:pt x="62428" y="455974"/>
                  </a:lnTo>
                  <a:lnTo>
                    <a:pt x="494797" y="455974"/>
                  </a:lnTo>
                  <a:lnTo>
                    <a:pt x="519089" y="451067"/>
                  </a:lnTo>
                  <a:lnTo>
                    <a:pt x="538934" y="437688"/>
                  </a:lnTo>
                  <a:lnTo>
                    <a:pt x="552317" y="417852"/>
                  </a:lnTo>
                  <a:lnTo>
                    <a:pt x="557226" y="393572"/>
                  </a:lnTo>
                  <a:lnTo>
                    <a:pt x="557226" y="62406"/>
                  </a:lnTo>
                  <a:lnTo>
                    <a:pt x="552317" y="38124"/>
                  </a:lnTo>
                  <a:lnTo>
                    <a:pt x="538934" y="18286"/>
                  </a:lnTo>
                  <a:lnTo>
                    <a:pt x="519089" y="4907"/>
                  </a:lnTo>
                  <a:lnTo>
                    <a:pt x="494797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FF9DD496-F24A-3ECA-5BBC-900B30A062E3}"/>
                </a:ext>
              </a:extLst>
            </p:cNvPr>
            <p:cNvSpPr/>
            <p:nvPr/>
          </p:nvSpPr>
          <p:spPr>
            <a:xfrm>
              <a:off x="10803935" y="9920181"/>
              <a:ext cx="557530" cy="456565"/>
            </a:xfrm>
            <a:custGeom>
              <a:avLst/>
              <a:gdLst/>
              <a:ahLst/>
              <a:cxnLst/>
              <a:rect l="l" t="t" r="r" b="b"/>
              <a:pathLst>
                <a:path w="557529" h="456565">
                  <a:moveTo>
                    <a:pt x="557226" y="62406"/>
                  </a:moveTo>
                  <a:lnTo>
                    <a:pt x="557226" y="393572"/>
                  </a:lnTo>
                  <a:lnTo>
                    <a:pt x="552317" y="417852"/>
                  </a:lnTo>
                  <a:lnTo>
                    <a:pt x="538934" y="437688"/>
                  </a:lnTo>
                  <a:lnTo>
                    <a:pt x="519089" y="451067"/>
                  </a:lnTo>
                  <a:lnTo>
                    <a:pt x="494797" y="455974"/>
                  </a:lnTo>
                  <a:lnTo>
                    <a:pt x="62428" y="455974"/>
                  </a:lnTo>
                  <a:lnTo>
                    <a:pt x="38137" y="451067"/>
                  </a:lnTo>
                  <a:lnTo>
                    <a:pt x="18292" y="437688"/>
                  </a:lnTo>
                  <a:lnTo>
                    <a:pt x="4908" y="417852"/>
                  </a:lnTo>
                  <a:lnTo>
                    <a:pt x="0" y="393572"/>
                  </a:lnTo>
                  <a:lnTo>
                    <a:pt x="0" y="62406"/>
                  </a:lnTo>
                  <a:lnTo>
                    <a:pt x="4908" y="38124"/>
                  </a:lnTo>
                  <a:lnTo>
                    <a:pt x="18292" y="18286"/>
                  </a:lnTo>
                  <a:lnTo>
                    <a:pt x="38137" y="4907"/>
                  </a:lnTo>
                  <a:lnTo>
                    <a:pt x="62428" y="0"/>
                  </a:lnTo>
                  <a:lnTo>
                    <a:pt x="494797" y="0"/>
                  </a:lnTo>
                  <a:lnTo>
                    <a:pt x="519089" y="4907"/>
                  </a:lnTo>
                  <a:lnTo>
                    <a:pt x="538934" y="18286"/>
                  </a:lnTo>
                  <a:lnTo>
                    <a:pt x="552317" y="38124"/>
                  </a:lnTo>
                  <a:lnTo>
                    <a:pt x="557226" y="62406"/>
                  </a:lnTo>
                  <a:close/>
                </a:path>
              </a:pathLst>
            </a:custGeom>
            <a:ln w="21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>
            <a:extLst>
              <a:ext uri="{FF2B5EF4-FFF2-40B4-BE49-F238E27FC236}">
                <a16:creationId xmlns:a16="http://schemas.microsoft.com/office/drawing/2014/main" id="{C4EBABB7-CB72-FA15-C1D8-8AF099CC0A09}"/>
              </a:ext>
            </a:extLst>
          </p:cNvPr>
          <p:cNvSpPr txBox="1"/>
          <p:nvPr/>
        </p:nvSpPr>
        <p:spPr>
          <a:xfrm>
            <a:off x="11002409" y="7676204"/>
            <a:ext cx="166370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spc="-50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60B359E0-502A-D8E0-904B-EA5329DF4B65}"/>
              </a:ext>
            </a:extLst>
          </p:cNvPr>
          <p:cNvSpPr txBox="1"/>
          <p:nvPr/>
        </p:nvSpPr>
        <p:spPr>
          <a:xfrm>
            <a:off x="11000556" y="8393639"/>
            <a:ext cx="166370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spc="-50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E6517A74-7931-71E7-42D2-D696BCB83A68}"/>
              </a:ext>
            </a:extLst>
          </p:cNvPr>
          <p:cNvSpPr txBox="1"/>
          <p:nvPr/>
        </p:nvSpPr>
        <p:spPr>
          <a:xfrm>
            <a:off x="10858550" y="9989179"/>
            <a:ext cx="447675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spc="-25" dirty="0">
                <a:latin typeface="Arial"/>
                <a:cs typeface="Arial"/>
              </a:rPr>
              <a:t>768</a:t>
            </a:r>
            <a:endParaRPr sz="1950">
              <a:latin typeface="Arial"/>
              <a:cs typeface="Arial"/>
            </a:endParaRPr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CDC1AA42-CFE0-6149-E422-A938C5BB6156}"/>
              </a:ext>
            </a:extLst>
          </p:cNvPr>
          <p:cNvSpPr txBox="1"/>
          <p:nvPr/>
        </p:nvSpPr>
        <p:spPr>
          <a:xfrm>
            <a:off x="10814114" y="6163010"/>
            <a:ext cx="429259" cy="1106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650" i="1" spc="-25" dirty="0">
                <a:latin typeface="Arial"/>
                <a:cs typeface="Arial"/>
              </a:rPr>
              <a:t>H</a:t>
            </a:r>
            <a:r>
              <a:rPr sz="2325" i="1" spc="-37" baseline="-32258" dirty="0">
                <a:latin typeface="Arial"/>
                <a:cs typeface="Arial"/>
              </a:rPr>
              <a:t>8</a:t>
            </a:r>
            <a:endParaRPr sz="2325" baseline="-32258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550">
              <a:latin typeface="Arial"/>
              <a:cs typeface="Arial"/>
            </a:endParaRPr>
          </a:p>
          <a:p>
            <a:pPr marL="207645">
              <a:lnSpc>
                <a:spcPct val="100000"/>
              </a:lnSpc>
            </a:pPr>
            <a:r>
              <a:rPr sz="1950" spc="-50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52" name="object 52">
            <a:extLst>
              <a:ext uri="{FF2B5EF4-FFF2-40B4-BE49-F238E27FC236}">
                <a16:creationId xmlns:a16="http://schemas.microsoft.com/office/drawing/2014/main" id="{D4E455AE-2DD9-B3D2-7CBE-C095E6F922D6}"/>
              </a:ext>
            </a:extLst>
          </p:cNvPr>
          <p:cNvGrpSpPr/>
          <p:nvPr/>
        </p:nvGrpSpPr>
        <p:grpSpPr>
          <a:xfrm>
            <a:off x="6599881" y="6794429"/>
            <a:ext cx="2671445" cy="3661410"/>
            <a:chOff x="6599881" y="6794429"/>
            <a:chExt cx="2671445" cy="3661410"/>
          </a:xfrm>
        </p:grpSpPr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6E42B883-A9F8-6E54-E5E7-637501733140}"/>
                </a:ext>
              </a:extLst>
            </p:cNvPr>
            <p:cNvSpPr/>
            <p:nvPr/>
          </p:nvSpPr>
          <p:spPr>
            <a:xfrm>
              <a:off x="6621154" y="6815701"/>
              <a:ext cx="2628900" cy="3618865"/>
            </a:xfrm>
            <a:custGeom>
              <a:avLst/>
              <a:gdLst/>
              <a:ahLst/>
              <a:cxnLst/>
              <a:rect l="l" t="t" r="r" b="b"/>
              <a:pathLst>
                <a:path w="2628900" h="3618865">
                  <a:moveTo>
                    <a:pt x="2365728" y="0"/>
                  </a:moveTo>
                  <a:lnTo>
                    <a:pt x="262858" y="0"/>
                  </a:lnTo>
                  <a:lnTo>
                    <a:pt x="215634" y="4236"/>
                  </a:lnTo>
                  <a:lnTo>
                    <a:pt x="171177" y="16451"/>
                  </a:lnTo>
                  <a:lnTo>
                    <a:pt x="130231" y="35898"/>
                  </a:lnTo>
                  <a:lnTo>
                    <a:pt x="93541" y="61834"/>
                  </a:lnTo>
                  <a:lnTo>
                    <a:pt x="61852" y="93514"/>
                  </a:lnTo>
                  <a:lnTo>
                    <a:pt x="35909" y="130193"/>
                  </a:lnTo>
                  <a:lnTo>
                    <a:pt x="16456" y="171127"/>
                  </a:lnTo>
                  <a:lnTo>
                    <a:pt x="4238" y="215572"/>
                  </a:lnTo>
                  <a:lnTo>
                    <a:pt x="0" y="262783"/>
                  </a:lnTo>
                  <a:lnTo>
                    <a:pt x="0" y="3355538"/>
                  </a:lnTo>
                  <a:lnTo>
                    <a:pt x="4238" y="3402747"/>
                  </a:lnTo>
                  <a:lnTo>
                    <a:pt x="16456" y="3447191"/>
                  </a:lnTo>
                  <a:lnTo>
                    <a:pt x="35909" y="3488125"/>
                  </a:lnTo>
                  <a:lnTo>
                    <a:pt x="61852" y="3524804"/>
                  </a:lnTo>
                  <a:lnTo>
                    <a:pt x="93541" y="3556485"/>
                  </a:lnTo>
                  <a:lnTo>
                    <a:pt x="130231" y="3582421"/>
                  </a:lnTo>
                  <a:lnTo>
                    <a:pt x="171177" y="3601869"/>
                  </a:lnTo>
                  <a:lnTo>
                    <a:pt x="215634" y="3614084"/>
                  </a:lnTo>
                  <a:lnTo>
                    <a:pt x="262858" y="3618321"/>
                  </a:lnTo>
                  <a:lnTo>
                    <a:pt x="2365728" y="3618321"/>
                  </a:lnTo>
                  <a:lnTo>
                    <a:pt x="2412951" y="3614084"/>
                  </a:lnTo>
                  <a:lnTo>
                    <a:pt x="2457408" y="3601869"/>
                  </a:lnTo>
                  <a:lnTo>
                    <a:pt x="2498353" y="3582421"/>
                  </a:lnTo>
                  <a:lnTo>
                    <a:pt x="2535043" y="3556485"/>
                  </a:lnTo>
                  <a:lnTo>
                    <a:pt x="2566733" y="3524804"/>
                  </a:lnTo>
                  <a:lnTo>
                    <a:pt x="2592676" y="3488125"/>
                  </a:lnTo>
                  <a:lnTo>
                    <a:pt x="2612130" y="3447191"/>
                  </a:lnTo>
                  <a:lnTo>
                    <a:pt x="2624348" y="3402747"/>
                  </a:lnTo>
                  <a:lnTo>
                    <a:pt x="2628586" y="3355538"/>
                  </a:lnTo>
                  <a:lnTo>
                    <a:pt x="2628586" y="262783"/>
                  </a:lnTo>
                  <a:lnTo>
                    <a:pt x="2624348" y="215572"/>
                  </a:lnTo>
                  <a:lnTo>
                    <a:pt x="2612130" y="171127"/>
                  </a:lnTo>
                  <a:lnTo>
                    <a:pt x="2592676" y="130193"/>
                  </a:lnTo>
                  <a:lnTo>
                    <a:pt x="2566733" y="93514"/>
                  </a:lnTo>
                  <a:lnTo>
                    <a:pt x="2535043" y="61834"/>
                  </a:lnTo>
                  <a:lnTo>
                    <a:pt x="2498353" y="35898"/>
                  </a:lnTo>
                  <a:lnTo>
                    <a:pt x="2457408" y="16451"/>
                  </a:lnTo>
                  <a:lnTo>
                    <a:pt x="2412951" y="4236"/>
                  </a:lnTo>
                  <a:lnTo>
                    <a:pt x="2365728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8FF6D2C4-9454-14A6-B96B-453DEA40E885}"/>
                </a:ext>
              </a:extLst>
            </p:cNvPr>
            <p:cNvSpPr/>
            <p:nvPr/>
          </p:nvSpPr>
          <p:spPr>
            <a:xfrm>
              <a:off x="6621154" y="6815701"/>
              <a:ext cx="2628900" cy="3618865"/>
            </a:xfrm>
            <a:custGeom>
              <a:avLst/>
              <a:gdLst/>
              <a:ahLst/>
              <a:cxnLst/>
              <a:rect l="l" t="t" r="r" b="b"/>
              <a:pathLst>
                <a:path w="2628900" h="3618865">
                  <a:moveTo>
                    <a:pt x="2628586" y="262783"/>
                  </a:moveTo>
                  <a:lnTo>
                    <a:pt x="2628586" y="3355538"/>
                  </a:lnTo>
                  <a:lnTo>
                    <a:pt x="2624348" y="3402747"/>
                  </a:lnTo>
                  <a:lnTo>
                    <a:pt x="2612130" y="3447191"/>
                  </a:lnTo>
                  <a:lnTo>
                    <a:pt x="2592676" y="3488125"/>
                  </a:lnTo>
                  <a:lnTo>
                    <a:pt x="2566733" y="3524804"/>
                  </a:lnTo>
                  <a:lnTo>
                    <a:pt x="2535043" y="3556485"/>
                  </a:lnTo>
                  <a:lnTo>
                    <a:pt x="2498353" y="3582421"/>
                  </a:lnTo>
                  <a:lnTo>
                    <a:pt x="2457408" y="3601869"/>
                  </a:lnTo>
                  <a:lnTo>
                    <a:pt x="2412951" y="3614084"/>
                  </a:lnTo>
                  <a:lnTo>
                    <a:pt x="2365728" y="3618321"/>
                  </a:lnTo>
                  <a:lnTo>
                    <a:pt x="262858" y="3618321"/>
                  </a:lnTo>
                  <a:lnTo>
                    <a:pt x="215634" y="3614084"/>
                  </a:lnTo>
                  <a:lnTo>
                    <a:pt x="171177" y="3601869"/>
                  </a:lnTo>
                  <a:lnTo>
                    <a:pt x="130231" y="3582421"/>
                  </a:lnTo>
                  <a:lnTo>
                    <a:pt x="93541" y="3556485"/>
                  </a:lnTo>
                  <a:lnTo>
                    <a:pt x="61852" y="3524804"/>
                  </a:lnTo>
                  <a:lnTo>
                    <a:pt x="35909" y="3488125"/>
                  </a:lnTo>
                  <a:lnTo>
                    <a:pt x="16456" y="3447191"/>
                  </a:lnTo>
                  <a:lnTo>
                    <a:pt x="4238" y="3402747"/>
                  </a:lnTo>
                  <a:lnTo>
                    <a:pt x="0" y="3355538"/>
                  </a:lnTo>
                  <a:lnTo>
                    <a:pt x="0" y="262783"/>
                  </a:lnTo>
                  <a:lnTo>
                    <a:pt x="4238" y="215572"/>
                  </a:lnTo>
                  <a:lnTo>
                    <a:pt x="16456" y="171127"/>
                  </a:lnTo>
                  <a:lnTo>
                    <a:pt x="35909" y="130193"/>
                  </a:lnTo>
                  <a:lnTo>
                    <a:pt x="61852" y="93514"/>
                  </a:lnTo>
                  <a:lnTo>
                    <a:pt x="93541" y="61834"/>
                  </a:lnTo>
                  <a:lnTo>
                    <a:pt x="130231" y="35898"/>
                  </a:lnTo>
                  <a:lnTo>
                    <a:pt x="171177" y="16451"/>
                  </a:lnTo>
                  <a:lnTo>
                    <a:pt x="215634" y="4236"/>
                  </a:lnTo>
                  <a:lnTo>
                    <a:pt x="262858" y="0"/>
                  </a:lnTo>
                  <a:lnTo>
                    <a:pt x="2365728" y="0"/>
                  </a:lnTo>
                  <a:lnTo>
                    <a:pt x="2412951" y="4236"/>
                  </a:lnTo>
                  <a:lnTo>
                    <a:pt x="2457408" y="16451"/>
                  </a:lnTo>
                  <a:lnTo>
                    <a:pt x="2498353" y="35898"/>
                  </a:lnTo>
                  <a:lnTo>
                    <a:pt x="2535043" y="61834"/>
                  </a:lnTo>
                  <a:lnTo>
                    <a:pt x="2566733" y="93514"/>
                  </a:lnTo>
                  <a:lnTo>
                    <a:pt x="2592676" y="130193"/>
                  </a:lnTo>
                  <a:lnTo>
                    <a:pt x="2612130" y="171127"/>
                  </a:lnTo>
                  <a:lnTo>
                    <a:pt x="2624348" y="215572"/>
                  </a:lnTo>
                  <a:lnTo>
                    <a:pt x="2628586" y="262783"/>
                  </a:lnTo>
                  <a:close/>
                </a:path>
              </a:pathLst>
            </a:custGeom>
            <a:ln w="421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1BD84F88-6113-DB2A-84D7-ACE7D8DF5407}"/>
                </a:ext>
              </a:extLst>
            </p:cNvPr>
            <p:cNvSpPr/>
            <p:nvPr/>
          </p:nvSpPr>
          <p:spPr>
            <a:xfrm>
              <a:off x="6975002" y="7458728"/>
              <a:ext cx="1931035" cy="535940"/>
            </a:xfrm>
            <a:custGeom>
              <a:avLst/>
              <a:gdLst/>
              <a:ahLst/>
              <a:cxnLst/>
              <a:rect l="l" t="t" r="r" b="b"/>
              <a:pathLst>
                <a:path w="1931034" h="535940">
                  <a:moveTo>
                    <a:pt x="1803598" y="0"/>
                  </a:moveTo>
                  <a:lnTo>
                    <a:pt x="127402" y="0"/>
                  </a:lnTo>
                  <a:lnTo>
                    <a:pt x="77831" y="10015"/>
                  </a:lnTo>
                  <a:lnTo>
                    <a:pt x="37333" y="37320"/>
                  </a:lnTo>
                  <a:lnTo>
                    <a:pt x="10018" y="77805"/>
                  </a:lnTo>
                  <a:lnTo>
                    <a:pt x="0" y="127361"/>
                  </a:lnTo>
                  <a:lnTo>
                    <a:pt x="0" y="408307"/>
                  </a:lnTo>
                  <a:lnTo>
                    <a:pt x="10018" y="457864"/>
                  </a:lnTo>
                  <a:lnTo>
                    <a:pt x="37333" y="498350"/>
                  </a:lnTo>
                  <a:lnTo>
                    <a:pt x="77831" y="525657"/>
                  </a:lnTo>
                  <a:lnTo>
                    <a:pt x="127402" y="535673"/>
                  </a:lnTo>
                  <a:lnTo>
                    <a:pt x="1803598" y="535673"/>
                  </a:lnTo>
                  <a:lnTo>
                    <a:pt x="1853168" y="525657"/>
                  </a:lnTo>
                  <a:lnTo>
                    <a:pt x="1893667" y="498350"/>
                  </a:lnTo>
                  <a:lnTo>
                    <a:pt x="1920981" y="457864"/>
                  </a:lnTo>
                  <a:lnTo>
                    <a:pt x="1931000" y="408307"/>
                  </a:lnTo>
                  <a:lnTo>
                    <a:pt x="1931000" y="127361"/>
                  </a:lnTo>
                  <a:lnTo>
                    <a:pt x="1920981" y="77805"/>
                  </a:lnTo>
                  <a:lnTo>
                    <a:pt x="1893667" y="37320"/>
                  </a:lnTo>
                  <a:lnTo>
                    <a:pt x="1853168" y="10015"/>
                  </a:lnTo>
                  <a:lnTo>
                    <a:pt x="1803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114DAC77-48BC-85FD-73B3-0AA29C3405CA}"/>
                </a:ext>
              </a:extLst>
            </p:cNvPr>
            <p:cNvSpPr/>
            <p:nvPr/>
          </p:nvSpPr>
          <p:spPr>
            <a:xfrm>
              <a:off x="6975002" y="7458728"/>
              <a:ext cx="1931035" cy="535940"/>
            </a:xfrm>
            <a:custGeom>
              <a:avLst/>
              <a:gdLst/>
              <a:ahLst/>
              <a:cxnLst/>
              <a:rect l="l" t="t" r="r" b="b"/>
              <a:pathLst>
                <a:path w="1931034" h="535940">
                  <a:moveTo>
                    <a:pt x="1931000" y="127361"/>
                  </a:moveTo>
                  <a:lnTo>
                    <a:pt x="1931000" y="408307"/>
                  </a:lnTo>
                  <a:lnTo>
                    <a:pt x="1920981" y="457864"/>
                  </a:lnTo>
                  <a:lnTo>
                    <a:pt x="1893667" y="498350"/>
                  </a:lnTo>
                  <a:lnTo>
                    <a:pt x="1853168" y="525657"/>
                  </a:lnTo>
                  <a:lnTo>
                    <a:pt x="1803598" y="535673"/>
                  </a:lnTo>
                  <a:lnTo>
                    <a:pt x="127402" y="535673"/>
                  </a:lnTo>
                  <a:lnTo>
                    <a:pt x="77831" y="525657"/>
                  </a:lnTo>
                  <a:lnTo>
                    <a:pt x="37333" y="498350"/>
                  </a:lnTo>
                  <a:lnTo>
                    <a:pt x="10018" y="457864"/>
                  </a:lnTo>
                  <a:lnTo>
                    <a:pt x="0" y="408307"/>
                  </a:lnTo>
                  <a:lnTo>
                    <a:pt x="0" y="127361"/>
                  </a:lnTo>
                  <a:lnTo>
                    <a:pt x="10018" y="77805"/>
                  </a:lnTo>
                  <a:lnTo>
                    <a:pt x="37333" y="37320"/>
                  </a:lnTo>
                  <a:lnTo>
                    <a:pt x="77831" y="10015"/>
                  </a:lnTo>
                  <a:lnTo>
                    <a:pt x="127402" y="0"/>
                  </a:lnTo>
                  <a:lnTo>
                    <a:pt x="1803598" y="0"/>
                  </a:lnTo>
                  <a:lnTo>
                    <a:pt x="1853168" y="10015"/>
                  </a:lnTo>
                  <a:lnTo>
                    <a:pt x="1893667" y="37320"/>
                  </a:lnTo>
                  <a:lnTo>
                    <a:pt x="1920981" y="77805"/>
                  </a:lnTo>
                  <a:lnTo>
                    <a:pt x="1931000" y="127361"/>
                  </a:lnTo>
                  <a:close/>
                </a:path>
              </a:pathLst>
            </a:custGeom>
            <a:ln w="21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94B61830-3217-15DF-AFB2-931D2C88D03B}"/>
                </a:ext>
              </a:extLst>
            </p:cNvPr>
            <p:cNvSpPr/>
            <p:nvPr/>
          </p:nvSpPr>
          <p:spPr>
            <a:xfrm>
              <a:off x="6975002" y="8510972"/>
              <a:ext cx="1931035" cy="535940"/>
            </a:xfrm>
            <a:custGeom>
              <a:avLst/>
              <a:gdLst/>
              <a:ahLst/>
              <a:cxnLst/>
              <a:rect l="l" t="t" r="r" b="b"/>
              <a:pathLst>
                <a:path w="1931034" h="535940">
                  <a:moveTo>
                    <a:pt x="1803598" y="0"/>
                  </a:moveTo>
                  <a:lnTo>
                    <a:pt x="127402" y="0"/>
                  </a:lnTo>
                  <a:lnTo>
                    <a:pt x="77831" y="10015"/>
                  </a:lnTo>
                  <a:lnTo>
                    <a:pt x="37333" y="37322"/>
                  </a:lnTo>
                  <a:lnTo>
                    <a:pt x="10018" y="77809"/>
                  </a:lnTo>
                  <a:lnTo>
                    <a:pt x="0" y="127365"/>
                  </a:lnTo>
                  <a:lnTo>
                    <a:pt x="0" y="408311"/>
                  </a:lnTo>
                  <a:lnTo>
                    <a:pt x="10018" y="457865"/>
                  </a:lnTo>
                  <a:lnTo>
                    <a:pt x="37333" y="498351"/>
                  </a:lnTo>
                  <a:lnTo>
                    <a:pt x="77831" y="525657"/>
                  </a:lnTo>
                  <a:lnTo>
                    <a:pt x="127402" y="535673"/>
                  </a:lnTo>
                  <a:lnTo>
                    <a:pt x="1803598" y="535673"/>
                  </a:lnTo>
                  <a:lnTo>
                    <a:pt x="1853168" y="525657"/>
                  </a:lnTo>
                  <a:lnTo>
                    <a:pt x="1893667" y="498351"/>
                  </a:lnTo>
                  <a:lnTo>
                    <a:pt x="1920981" y="457865"/>
                  </a:lnTo>
                  <a:lnTo>
                    <a:pt x="1931000" y="408311"/>
                  </a:lnTo>
                  <a:lnTo>
                    <a:pt x="1931000" y="127365"/>
                  </a:lnTo>
                  <a:lnTo>
                    <a:pt x="1920981" y="77809"/>
                  </a:lnTo>
                  <a:lnTo>
                    <a:pt x="1893667" y="37322"/>
                  </a:lnTo>
                  <a:lnTo>
                    <a:pt x="1853168" y="10015"/>
                  </a:lnTo>
                  <a:lnTo>
                    <a:pt x="1803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4326E49C-72F2-0A58-AEFE-37A5B3901D96}"/>
                </a:ext>
              </a:extLst>
            </p:cNvPr>
            <p:cNvSpPr/>
            <p:nvPr/>
          </p:nvSpPr>
          <p:spPr>
            <a:xfrm>
              <a:off x="6975002" y="8510972"/>
              <a:ext cx="1931035" cy="535940"/>
            </a:xfrm>
            <a:custGeom>
              <a:avLst/>
              <a:gdLst/>
              <a:ahLst/>
              <a:cxnLst/>
              <a:rect l="l" t="t" r="r" b="b"/>
              <a:pathLst>
                <a:path w="1931034" h="535940">
                  <a:moveTo>
                    <a:pt x="1931000" y="127365"/>
                  </a:moveTo>
                  <a:lnTo>
                    <a:pt x="1931000" y="408311"/>
                  </a:lnTo>
                  <a:lnTo>
                    <a:pt x="1920981" y="457865"/>
                  </a:lnTo>
                  <a:lnTo>
                    <a:pt x="1893667" y="498351"/>
                  </a:lnTo>
                  <a:lnTo>
                    <a:pt x="1853168" y="525657"/>
                  </a:lnTo>
                  <a:lnTo>
                    <a:pt x="1803598" y="535673"/>
                  </a:lnTo>
                  <a:lnTo>
                    <a:pt x="127402" y="535673"/>
                  </a:lnTo>
                  <a:lnTo>
                    <a:pt x="77831" y="525657"/>
                  </a:lnTo>
                  <a:lnTo>
                    <a:pt x="37333" y="498351"/>
                  </a:lnTo>
                  <a:lnTo>
                    <a:pt x="10018" y="457865"/>
                  </a:lnTo>
                  <a:lnTo>
                    <a:pt x="0" y="408311"/>
                  </a:lnTo>
                  <a:lnTo>
                    <a:pt x="0" y="127365"/>
                  </a:lnTo>
                  <a:lnTo>
                    <a:pt x="10018" y="77809"/>
                  </a:lnTo>
                  <a:lnTo>
                    <a:pt x="37333" y="37322"/>
                  </a:lnTo>
                  <a:lnTo>
                    <a:pt x="77831" y="10015"/>
                  </a:lnTo>
                  <a:lnTo>
                    <a:pt x="127402" y="0"/>
                  </a:lnTo>
                  <a:lnTo>
                    <a:pt x="1803598" y="0"/>
                  </a:lnTo>
                  <a:lnTo>
                    <a:pt x="1853168" y="10015"/>
                  </a:lnTo>
                  <a:lnTo>
                    <a:pt x="1893667" y="37322"/>
                  </a:lnTo>
                  <a:lnTo>
                    <a:pt x="1920981" y="77809"/>
                  </a:lnTo>
                  <a:lnTo>
                    <a:pt x="1931000" y="127365"/>
                  </a:lnTo>
                  <a:close/>
                </a:path>
              </a:pathLst>
            </a:custGeom>
            <a:ln w="21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>
            <a:extLst>
              <a:ext uri="{FF2B5EF4-FFF2-40B4-BE49-F238E27FC236}">
                <a16:creationId xmlns:a16="http://schemas.microsoft.com/office/drawing/2014/main" id="{596A15CC-53E4-CC5E-BFB5-CCCEC0A34290}"/>
              </a:ext>
            </a:extLst>
          </p:cNvPr>
          <p:cNvSpPr txBox="1"/>
          <p:nvPr/>
        </p:nvSpPr>
        <p:spPr>
          <a:xfrm>
            <a:off x="7506284" y="8603929"/>
            <a:ext cx="868680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dirty="0">
                <a:latin typeface="Arial"/>
                <a:cs typeface="Arial"/>
              </a:rPr>
              <a:t>Layer</a:t>
            </a:r>
            <a:r>
              <a:rPr sz="1950" spc="55" dirty="0">
                <a:latin typeface="Arial"/>
                <a:cs typeface="Arial"/>
              </a:rPr>
              <a:t> </a:t>
            </a:r>
            <a:r>
              <a:rPr sz="1950" spc="-50" dirty="0">
                <a:latin typeface="Arial"/>
                <a:cs typeface="Arial"/>
              </a:rPr>
              <a:t>8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60" name="object 60">
            <a:extLst>
              <a:ext uri="{FF2B5EF4-FFF2-40B4-BE49-F238E27FC236}">
                <a16:creationId xmlns:a16="http://schemas.microsoft.com/office/drawing/2014/main" id="{85AFC68C-0F56-78A5-1672-FDA032E8AE51}"/>
              </a:ext>
            </a:extLst>
          </p:cNvPr>
          <p:cNvGrpSpPr/>
          <p:nvPr/>
        </p:nvGrpSpPr>
        <p:grpSpPr>
          <a:xfrm>
            <a:off x="6964207" y="9529353"/>
            <a:ext cx="1952625" cy="557530"/>
            <a:chOff x="6964207" y="9529353"/>
            <a:chExt cx="1952625" cy="557530"/>
          </a:xfrm>
        </p:grpSpPr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0B9DE497-8AFE-8EC7-68B4-A44244D59123}"/>
                </a:ext>
              </a:extLst>
            </p:cNvPr>
            <p:cNvSpPr/>
            <p:nvPr/>
          </p:nvSpPr>
          <p:spPr>
            <a:xfrm>
              <a:off x="6975002" y="9540148"/>
              <a:ext cx="1931035" cy="535940"/>
            </a:xfrm>
            <a:custGeom>
              <a:avLst/>
              <a:gdLst/>
              <a:ahLst/>
              <a:cxnLst/>
              <a:rect l="l" t="t" r="r" b="b"/>
              <a:pathLst>
                <a:path w="1931034" h="535940">
                  <a:moveTo>
                    <a:pt x="1803598" y="0"/>
                  </a:moveTo>
                  <a:lnTo>
                    <a:pt x="127402" y="0"/>
                  </a:lnTo>
                  <a:lnTo>
                    <a:pt x="77831" y="10015"/>
                  </a:lnTo>
                  <a:lnTo>
                    <a:pt x="37333" y="37320"/>
                  </a:lnTo>
                  <a:lnTo>
                    <a:pt x="10018" y="77805"/>
                  </a:lnTo>
                  <a:lnTo>
                    <a:pt x="0" y="127361"/>
                  </a:lnTo>
                  <a:lnTo>
                    <a:pt x="0" y="408307"/>
                  </a:lnTo>
                  <a:lnTo>
                    <a:pt x="10018" y="457864"/>
                  </a:lnTo>
                  <a:lnTo>
                    <a:pt x="37333" y="498350"/>
                  </a:lnTo>
                  <a:lnTo>
                    <a:pt x="77831" y="525657"/>
                  </a:lnTo>
                  <a:lnTo>
                    <a:pt x="127402" y="535673"/>
                  </a:lnTo>
                  <a:lnTo>
                    <a:pt x="1803598" y="535673"/>
                  </a:lnTo>
                  <a:lnTo>
                    <a:pt x="1853168" y="525657"/>
                  </a:lnTo>
                  <a:lnTo>
                    <a:pt x="1893667" y="498350"/>
                  </a:lnTo>
                  <a:lnTo>
                    <a:pt x="1920981" y="457864"/>
                  </a:lnTo>
                  <a:lnTo>
                    <a:pt x="1931000" y="408307"/>
                  </a:lnTo>
                  <a:lnTo>
                    <a:pt x="1931000" y="127361"/>
                  </a:lnTo>
                  <a:lnTo>
                    <a:pt x="1920981" y="77805"/>
                  </a:lnTo>
                  <a:lnTo>
                    <a:pt x="1893667" y="37320"/>
                  </a:lnTo>
                  <a:lnTo>
                    <a:pt x="1853168" y="10015"/>
                  </a:lnTo>
                  <a:lnTo>
                    <a:pt x="1803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06022B62-5908-8F94-3AFF-915B183AB6D3}"/>
                </a:ext>
              </a:extLst>
            </p:cNvPr>
            <p:cNvSpPr/>
            <p:nvPr/>
          </p:nvSpPr>
          <p:spPr>
            <a:xfrm>
              <a:off x="6975002" y="9540148"/>
              <a:ext cx="1931035" cy="535940"/>
            </a:xfrm>
            <a:custGeom>
              <a:avLst/>
              <a:gdLst/>
              <a:ahLst/>
              <a:cxnLst/>
              <a:rect l="l" t="t" r="r" b="b"/>
              <a:pathLst>
                <a:path w="1931034" h="535940">
                  <a:moveTo>
                    <a:pt x="1931000" y="127361"/>
                  </a:moveTo>
                  <a:lnTo>
                    <a:pt x="1931000" y="408307"/>
                  </a:lnTo>
                  <a:lnTo>
                    <a:pt x="1920981" y="457864"/>
                  </a:lnTo>
                  <a:lnTo>
                    <a:pt x="1893667" y="498350"/>
                  </a:lnTo>
                  <a:lnTo>
                    <a:pt x="1853168" y="525657"/>
                  </a:lnTo>
                  <a:lnTo>
                    <a:pt x="1803598" y="535673"/>
                  </a:lnTo>
                  <a:lnTo>
                    <a:pt x="127402" y="535673"/>
                  </a:lnTo>
                  <a:lnTo>
                    <a:pt x="77831" y="525657"/>
                  </a:lnTo>
                  <a:lnTo>
                    <a:pt x="37333" y="498350"/>
                  </a:lnTo>
                  <a:lnTo>
                    <a:pt x="10018" y="457864"/>
                  </a:lnTo>
                  <a:lnTo>
                    <a:pt x="0" y="408307"/>
                  </a:lnTo>
                  <a:lnTo>
                    <a:pt x="0" y="127361"/>
                  </a:lnTo>
                  <a:lnTo>
                    <a:pt x="10018" y="77805"/>
                  </a:lnTo>
                  <a:lnTo>
                    <a:pt x="37333" y="37320"/>
                  </a:lnTo>
                  <a:lnTo>
                    <a:pt x="77831" y="10015"/>
                  </a:lnTo>
                  <a:lnTo>
                    <a:pt x="127402" y="0"/>
                  </a:lnTo>
                  <a:lnTo>
                    <a:pt x="1803598" y="0"/>
                  </a:lnTo>
                  <a:lnTo>
                    <a:pt x="1853168" y="10015"/>
                  </a:lnTo>
                  <a:lnTo>
                    <a:pt x="1893667" y="37320"/>
                  </a:lnTo>
                  <a:lnTo>
                    <a:pt x="1920981" y="77805"/>
                  </a:lnTo>
                  <a:lnTo>
                    <a:pt x="1931000" y="127361"/>
                  </a:lnTo>
                  <a:close/>
                </a:path>
              </a:pathLst>
            </a:custGeom>
            <a:ln w="21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>
            <a:extLst>
              <a:ext uri="{FF2B5EF4-FFF2-40B4-BE49-F238E27FC236}">
                <a16:creationId xmlns:a16="http://schemas.microsoft.com/office/drawing/2014/main" id="{F12BD6E8-C0A2-83E1-6948-BDCFCAFDF9C7}"/>
              </a:ext>
            </a:extLst>
          </p:cNvPr>
          <p:cNvSpPr txBox="1"/>
          <p:nvPr/>
        </p:nvSpPr>
        <p:spPr>
          <a:xfrm>
            <a:off x="7436004" y="9633105"/>
            <a:ext cx="1009650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dirty="0">
                <a:latin typeface="Arial"/>
                <a:cs typeface="Arial"/>
              </a:rPr>
              <a:t>Layer</a:t>
            </a:r>
            <a:r>
              <a:rPr sz="1950" spc="55" dirty="0">
                <a:latin typeface="Arial"/>
                <a:cs typeface="Arial"/>
              </a:rPr>
              <a:t> </a:t>
            </a:r>
            <a:r>
              <a:rPr sz="1950" spc="-25" dirty="0">
                <a:latin typeface="Arial"/>
                <a:cs typeface="Arial"/>
              </a:rPr>
              <a:t>12</a:t>
            </a:r>
            <a:endParaRPr sz="1950">
              <a:latin typeface="Arial"/>
              <a:cs typeface="Arial"/>
            </a:endParaRPr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E431E97F-7F1A-04C6-D513-33B5D56C01D5}"/>
              </a:ext>
            </a:extLst>
          </p:cNvPr>
          <p:cNvSpPr txBox="1"/>
          <p:nvPr/>
        </p:nvSpPr>
        <p:spPr>
          <a:xfrm>
            <a:off x="7790350" y="8053828"/>
            <a:ext cx="590550" cy="44704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4495"/>
              </a:lnSpc>
            </a:pPr>
            <a:r>
              <a:rPr sz="3950" spc="-25" dirty="0">
                <a:latin typeface="Arial"/>
                <a:cs typeface="Arial"/>
              </a:rPr>
              <a:t>...</a:t>
            </a:r>
            <a:endParaRPr sz="3950">
              <a:latin typeface="Arial"/>
              <a:cs typeface="Arial"/>
            </a:endParaRPr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F302679E-7E41-49E0-DB99-25C5179F68A4}"/>
              </a:ext>
            </a:extLst>
          </p:cNvPr>
          <p:cNvSpPr txBox="1"/>
          <p:nvPr/>
        </p:nvSpPr>
        <p:spPr>
          <a:xfrm>
            <a:off x="7790350" y="9090431"/>
            <a:ext cx="590550" cy="44704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4495"/>
              </a:lnSpc>
            </a:pPr>
            <a:r>
              <a:rPr sz="3950" spc="-25" dirty="0">
                <a:latin typeface="Arial"/>
                <a:cs typeface="Arial"/>
              </a:rPr>
              <a:t>...</a:t>
            </a:r>
            <a:endParaRPr sz="3950">
              <a:latin typeface="Arial"/>
              <a:cs typeface="Arial"/>
            </a:endParaRPr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61E0D09A-2B47-E765-B4D3-7D15AE961757}"/>
              </a:ext>
            </a:extLst>
          </p:cNvPr>
          <p:cNvSpPr txBox="1"/>
          <p:nvPr/>
        </p:nvSpPr>
        <p:spPr>
          <a:xfrm>
            <a:off x="7436256" y="6938789"/>
            <a:ext cx="999490" cy="941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50" dirty="0">
                <a:latin typeface="Arial"/>
                <a:cs typeface="Arial"/>
              </a:rPr>
              <a:t>GPT-2</a:t>
            </a:r>
            <a:endParaRPr sz="2650" dirty="0">
              <a:latin typeface="Arial"/>
              <a:cs typeface="Arial"/>
            </a:endParaRPr>
          </a:p>
          <a:p>
            <a:pPr marL="82550">
              <a:lnSpc>
                <a:spcPct val="100000"/>
              </a:lnSpc>
              <a:spcBef>
                <a:spcPts val="1685"/>
              </a:spcBef>
            </a:pPr>
            <a:r>
              <a:rPr sz="1950" dirty="0">
                <a:latin typeface="Arial"/>
                <a:cs typeface="Arial"/>
              </a:rPr>
              <a:t>Layer</a:t>
            </a:r>
            <a:r>
              <a:rPr sz="1950" spc="55" dirty="0">
                <a:latin typeface="Arial"/>
                <a:cs typeface="Arial"/>
              </a:rPr>
              <a:t> </a:t>
            </a:r>
            <a:r>
              <a:rPr sz="1950" spc="-50" dirty="0">
                <a:latin typeface="Arial"/>
                <a:cs typeface="Arial"/>
              </a:rPr>
              <a:t>1</a:t>
            </a:r>
            <a:endParaRPr sz="1950" dirty="0">
              <a:latin typeface="Arial"/>
              <a:cs typeface="Arial"/>
            </a:endParaRPr>
          </a:p>
        </p:txBody>
      </p:sp>
      <p:grpSp>
        <p:nvGrpSpPr>
          <p:cNvPr id="67" name="object 67">
            <a:extLst>
              <a:ext uri="{FF2B5EF4-FFF2-40B4-BE49-F238E27FC236}">
                <a16:creationId xmlns:a16="http://schemas.microsoft.com/office/drawing/2014/main" id="{35E17638-249B-BB90-6914-95B750CE00D6}"/>
              </a:ext>
            </a:extLst>
          </p:cNvPr>
          <p:cNvGrpSpPr/>
          <p:nvPr/>
        </p:nvGrpSpPr>
        <p:grpSpPr>
          <a:xfrm>
            <a:off x="7793487" y="5953016"/>
            <a:ext cx="294640" cy="715645"/>
            <a:chOff x="7793487" y="5953016"/>
            <a:chExt cx="294640" cy="715645"/>
          </a:xfrm>
        </p:grpSpPr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96481731-94BE-97F5-1590-D864CCED380D}"/>
                </a:ext>
              </a:extLst>
            </p:cNvPr>
            <p:cNvSpPr/>
            <p:nvPr/>
          </p:nvSpPr>
          <p:spPr>
            <a:xfrm>
              <a:off x="7804018" y="5963547"/>
              <a:ext cx="273050" cy="694690"/>
            </a:xfrm>
            <a:custGeom>
              <a:avLst/>
              <a:gdLst/>
              <a:ahLst/>
              <a:cxnLst/>
              <a:rect l="l" t="t" r="r" b="b"/>
              <a:pathLst>
                <a:path w="273050" h="694690">
                  <a:moveTo>
                    <a:pt x="184253" y="0"/>
                  </a:moveTo>
                  <a:lnTo>
                    <a:pt x="88714" y="0"/>
                  </a:lnTo>
                  <a:lnTo>
                    <a:pt x="88714" y="557950"/>
                  </a:lnTo>
                  <a:lnTo>
                    <a:pt x="0" y="557950"/>
                  </a:lnTo>
                  <a:lnTo>
                    <a:pt x="136484" y="694395"/>
                  </a:lnTo>
                  <a:lnTo>
                    <a:pt x="272968" y="557950"/>
                  </a:lnTo>
                  <a:lnTo>
                    <a:pt x="184253" y="557950"/>
                  </a:lnTo>
                  <a:lnTo>
                    <a:pt x="1842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9950C7F2-7205-F5D9-1678-70C61043FA8F}"/>
                </a:ext>
              </a:extLst>
            </p:cNvPr>
            <p:cNvSpPr/>
            <p:nvPr/>
          </p:nvSpPr>
          <p:spPr>
            <a:xfrm>
              <a:off x="7804018" y="5963547"/>
              <a:ext cx="273050" cy="694690"/>
            </a:xfrm>
            <a:custGeom>
              <a:avLst/>
              <a:gdLst/>
              <a:ahLst/>
              <a:cxnLst/>
              <a:rect l="l" t="t" r="r" b="b"/>
              <a:pathLst>
                <a:path w="273050" h="694690">
                  <a:moveTo>
                    <a:pt x="88714" y="0"/>
                  </a:moveTo>
                  <a:lnTo>
                    <a:pt x="184253" y="0"/>
                  </a:lnTo>
                  <a:lnTo>
                    <a:pt x="184253" y="557950"/>
                  </a:lnTo>
                  <a:lnTo>
                    <a:pt x="272968" y="557950"/>
                  </a:lnTo>
                  <a:lnTo>
                    <a:pt x="136484" y="694395"/>
                  </a:lnTo>
                  <a:lnTo>
                    <a:pt x="0" y="557950"/>
                  </a:lnTo>
                  <a:lnTo>
                    <a:pt x="88714" y="557950"/>
                  </a:lnTo>
                  <a:lnTo>
                    <a:pt x="88714" y="0"/>
                  </a:lnTo>
                  <a:close/>
                </a:path>
              </a:pathLst>
            </a:custGeom>
            <a:ln w="210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0" name="object 70">
            <a:extLst>
              <a:ext uri="{FF2B5EF4-FFF2-40B4-BE49-F238E27FC236}">
                <a16:creationId xmlns:a16="http://schemas.microsoft.com/office/drawing/2014/main" id="{9CDF7CDE-91C5-DC03-FE5C-9AFCDDDE1B1F}"/>
              </a:ext>
            </a:extLst>
          </p:cNvPr>
          <p:cNvGrpSpPr/>
          <p:nvPr/>
        </p:nvGrpSpPr>
        <p:grpSpPr>
          <a:xfrm>
            <a:off x="7788432" y="3462557"/>
            <a:ext cx="294640" cy="715645"/>
            <a:chOff x="7788432" y="3462557"/>
            <a:chExt cx="294640" cy="715645"/>
          </a:xfrm>
        </p:grpSpPr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93909138-7BE8-71D7-AE0E-08384463453D}"/>
                </a:ext>
              </a:extLst>
            </p:cNvPr>
            <p:cNvSpPr/>
            <p:nvPr/>
          </p:nvSpPr>
          <p:spPr>
            <a:xfrm>
              <a:off x="7798963" y="3473088"/>
              <a:ext cx="273050" cy="694690"/>
            </a:xfrm>
            <a:custGeom>
              <a:avLst/>
              <a:gdLst/>
              <a:ahLst/>
              <a:cxnLst/>
              <a:rect l="l" t="t" r="r" b="b"/>
              <a:pathLst>
                <a:path w="273050" h="694689">
                  <a:moveTo>
                    <a:pt x="184253" y="0"/>
                  </a:moveTo>
                  <a:lnTo>
                    <a:pt x="88714" y="0"/>
                  </a:lnTo>
                  <a:lnTo>
                    <a:pt x="88714" y="557908"/>
                  </a:lnTo>
                  <a:lnTo>
                    <a:pt x="0" y="557908"/>
                  </a:lnTo>
                  <a:lnTo>
                    <a:pt x="136484" y="694353"/>
                  </a:lnTo>
                  <a:lnTo>
                    <a:pt x="272968" y="557908"/>
                  </a:lnTo>
                  <a:lnTo>
                    <a:pt x="184253" y="557908"/>
                  </a:lnTo>
                  <a:lnTo>
                    <a:pt x="1842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>
              <a:extLst>
                <a:ext uri="{FF2B5EF4-FFF2-40B4-BE49-F238E27FC236}">
                  <a16:creationId xmlns:a16="http://schemas.microsoft.com/office/drawing/2014/main" id="{32A42E66-9933-2324-0100-5D642DF872B0}"/>
                </a:ext>
              </a:extLst>
            </p:cNvPr>
            <p:cNvSpPr/>
            <p:nvPr/>
          </p:nvSpPr>
          <p:spPr>
            <a:xfrm>
              <a:off x="7798963" y="3473088"/>
              <a:ext cx="273050" cy="694690"/>
            </a:xfrm>
            <a:custGeom>
              <a:avLst/>
              <a:gdLst/>
              <a:ahLst/>
              <a:cxnLst/>
              <a:rect l="l" t="t" r="r" b="b"/>
              <a:pathLst>
                <a:path w="273050" h="694689">
                  <a:moveTo>
                    <a:pt x="88714" y="0"/>
                  </a:moveTo>
                  <a:lnTo>
                    <a:pt x="184253" y="0"/>
                  </a:lnTo>
                  <a:lnTo>
                    <a:pt x="184253" y="557908"/>
                  </a:lnTo>
                  <a:lnTo>
                    <a:pt x="272968" y="557908"/>
                  </a:lnTo>
                  <a:lnTo>
                    <a:pt x="136484" y="694353"/>
                  </a:lnTo>
                  <a:lnTo>
                    <a:pt x="0" y="557908"/>
                  </a:lnTo>
                  <a:lnTo>
                    <a:pt x="88714" y="557908"/>
                  </a:lnTo>
                  <a:lnTo>
                    <a:pt x="88714" y="0"/>
                  </a:lnTo>
                  <a:close/>
                </a:path>
              </a:pathLst>
            </a:custGeom>
            <a:ln w="210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3" name="object 73">
            <a:extLst>
              <a:ext uri="{FF2B5EF4-FFF2-40B4-BE49-F238E27FC236}">
                <a16:creationId xmlns:a16="http://schemas.microsoft.com/office/drawing/2014/main" id="{3A0AAE82-5210-C67C-C768-8FB176849771}"/>
              </a:ext>
            </a:extLst>
          </p:cNvPr>
          <p:cNvGrpSpPr/>
          <p:nvPr/>
        </p:nvGrpSpPr>
        <p:grpSpPr>
          <a:xfrm>
            <a:off x="8895474" y="8615656"/>
            <a:ext cx="1211580" cy="294005"/>
            <a:chOff x="8895474" y="8615656"/>
            <a:chExt cx="1211580" cy="294005"/>
          </a:xfrm>
        </p:grpSpPr>
        <p:sp>
          <p:nvSpPr>
            <p:cNvPr id="74" name="object 74">
              <a:extLst>
                <a:ext uri="{FF2B5EF4-FFF2-40B4-BE49-F238E27FC236}">
                  <a16:creationId xmlns:a16="http://schemas.microsoft.com/office/drawing/2014/main" id="{C5604D05-1514-0B52-58CD-4C85BDFA0A9F}"/>
                </a:ext>
              </a:extLst>
            </p:cNvPr>
            <p:cNvSpPr/>
            <p:nvPr/>
          </p:nvSpPr>
          <p:spPr>
            <a:xfrm>
              <a:off x="8906003" y="8626184"/>
              <a:ext cx="1189990" cy="273050"/>
            </a:xfrm>
            <a:custGeom>
              <a:avLst/>
              <a:gdLst/>
              <a:ahLst/>
              <a:cxnLst/>
              <a:rect l="l" t="t" r="r" b="b"/>
              <a:pathLst>
                <a:path w="1189990" h="273050">
                  <a:moveTo>
                    <a:pt x="1053465" y="0"/>
                  </a:moveTo>
                  <a:lnTo>
                    <a:pt x="1053465" y="88689"/>
                  </a:lnTo>
                  <a:lnTo>
                    <a:pt x="0" y="88689"/>
                  </a:lnTo>
                  <a:lnTo>
                    <a:pt x="0" y="184200"/>
                  </a:lnTo>
                  <a:lnTo>
                    <a:pt x="1053465" y="184200"/>
                  </a:lnTo>
                  <a:lnTo>
                    <a:pt x="1053465" y="272890"/>
                  </a:lnTo>
                  <a:lnTo>
                    <a:pt x="1189949" y="136445"/>
                  </a:lnTo>
                  <a:lnTo>
                    <a:pt x="10534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>
              <a:extLst>
                <a:ext uri="{FF2B5EF4-FFF2-40B4-BE49-F238E27FC236}">
                  <a16:creationId xmlns:a16="http://schemas.microsoft.com/office/drawing/2014/main" id="{D4E3BC1C-1D46-9172-86DB-995E50C68B14}"/>
                </a:ext>
              </a:extLst>
            </p:cNvPr>
            <p:cNvSpPr/>
            <p:nvPr/>
          </p:nvSpPr>
          <p:spPr>
            <a:xfrm>
              <a:off x="8906003" y="8626184"/>
              <a:ext cx="1189990" cy="273050"/>
            </a:xfrm>
            <a:custGeom>
              <a:avLst/>
              <a:gdLst/>
              <a:ahLst/>
              <a:cxnLst/>
              <a:rect l="l" t="t" r="r" b="b"/>
              <a:pathLst>
                <a:path w="1189990" h="273050">
                  <a:moveTo>
                    <a:pt x="0" y="184200"/>
                  </a:moveTo>
                  <a:lnTo>
                    <a:pt x="0" y="88689"/>
                  </a:lnTo>
                  <a:lnTo>
                    <a:pt x="1053465" y="88689"/>
                  </a:lnTo>
                  <a:lnTo>
                    <a:pt x="1053465" y="0"/>
                  </a:lnTo>
                  <a:lnTo>
                    <a:pt x="1189949" y="136445"/>
                  </a:lnTo>
                  <a:lnTo>
                    <a:pt x="1053465" y="272890"/>
                  </a:lnTo>
                  <a:lnTo>
                    <a:pt x="1053465" y="184200"/>
                  </a:lnTo>
                  <a:lnTo>
                    <a:pt x="0" y="184200"/>
                  </a:lnTo>
                  <a:close/>
                </a:path>
              </a:pathLst>
            </a:custGeom>
            <a:ln w="21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>
            <a:extLst>
              <a:ext uri="{FF2B5EF4-FFF2-40B4-BE49-F238E27FC236}">
                <a16:creationId xmlns:a16="http://schemas.microsoft.com/office/drawing/2014/main" id="{5CD0D28C-BCD8-D499-8843-11DCBF15AB23}"/>
              </a:ext>
            </a:extLst>
          </p:cNvPr>
          <p:cNvSpPr txBox="1"/>
          <p:nvPr/>
        </p:nvSpPr>
        <p:spPr>
          <a:xfrm>
            <a:off x="5988156" y="1719449"/>
            <a:ext cx="144907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10" dirty="0">
                <a:latin typeface="Arial"/>
                <a:cs typeface="Arial"/>
              </a:rPr>
              <a:t>Stimulus</a:t>
            </a:r>
            <a:endParaRPr sz="2650">
              <a:latin typeface="Arial"/>
              <a:cs typeface="Arial"/>
            </a:endParaRPr>
          </a:p>
        </p:txBody>
      </p:sp>
      <p:sp>
        <p:nvSpPr>
          <p:cNvPr id="78" name="object 78">
            <a:extLst>
              <a:ext uri="{FF2B5EF4-FFF2-40B4-BE49-F238E27FC236}">
                <a16:creationId xmlns:a16="http://schemas.microsoft.com/office/drawing/2014/main" id="{92550C51-E966-881B-001B-57233C75B3E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77" name="object 77">
            <a:extLst>
              <a:ext uri="{FF2B5EF4-FFF2-40B4-BE49-F238E27FC236}">
                <a16:creationId xmlns:a16="http://schemas.microsoft.com/office/drawing/2014/main" id="{BF5A58DD-DC24-4215-6158-AD0B3110260A}"/>
              </a:ext>
            </a:extLst>
          </p:cNvPr>
          <p:cNvSpPr txBox="1"/>
          <p:nvPr/>
        </p:nvSpPr>
        <p:spPr>
          <a:xfrm>
            <a:off x="5970221" y="3537706"/>
            <a:ext cx="5640705" cy="1110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3125">
              <a:lnSpc>
                <a:spcPct val="100000"/>
              </a:lnSpc>
              <a:spcBef>
                <a:spcPts val="100"/>
              </a:spcBef>
            </a:pPr>
            <a:r>
              <a:rPr sz="2650" dirty="0">
                <a:latin typeface="Arial"/>
                <a:cs typeface="Arial"/>
              </a:rPr>
              <a:t>POS</a:t>
            </a:r>
            <a:r>
              <a:rPr sz="2650" spc="-40" dirty="0">
                <a:latin typeface="Arial"/>
                <a:cs typeface="Arial"/>
              </a:rPr>
              <a:t> </a:t>
            </a:r>
            <a:r>
              <a:rPr sz="2650" dirty="0">
                <a:latin typeface="Arial"/>
                <a:cs typeface="Arial"/>
              </a:rPr>
              <a:t>tagging</a:t>
            </a:r>
            <a:r>
              <a:rPr sz="2650" spc="-35" dirty="0">
                <a:latin typeface="Arial"/>
                <a:cs typeface="Arial"/>
              </a:rPr>
              <a:t> </a:t>
            </a:r>
            <a:r>
              <a:rPr sz="2650" dirty="0">
                <a:latin typeface="Arial"/>
                <a:cs typeface="Arial"/>
              </a:rPr>
              <a:t>via</a:t>
            </a:r>
            <a:r>
              <a:rPr sz="2650" spc="-40" dirty="0">
                <a:latin typeface="Arial"/>
                <a:cs typeface="Arial"/>
              </a:rPr>
              <a:t> </a:t>
            </a:r>
            <a:r>
              <a:rPr sz="2650" spc="-10" dirty="0">
                <a:latin typeface="Arial"/>
                <a:cs typeface="Arial"/>
              </a:rPr>
              <a:t>spaCy</a:t>
            </a:r>
            <a:endParaRPr sz="26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sz="2650" b="1" dirty="0">
                <a:latin typeface="Arial"/>
                <a:cs typeface="Arial"/>
              </a:rPr>
              <a:t>Attention</a:t>
            </a:r>
            <a:r>
              <a:rPr sz="2650" b="1" spc="-55" dirty="0">
                <a:latin typeface="Arial"/>
                <a:cs typeface="Arial"/>
              </a:rPr>
              <a:t> </a:t>
            </a:r>
            <a:r>
              <a:rPr sz="2650" b="1" spc="-20" dirty="0">
                <a:latin typeface="Arial"/>
                <a:cs typeface="Arial"/>
              </a:rPr>
              <a:t>Mask</a:t>
            </a:r>
            <a:endParaRPr sz="2650" dirty="0">
              <a:latin typeface="Arial"/>
              <a:cs typeface="Arial"/>
            </a:endParaRPr>
          </a:p>
        </p:txBody>
      </p:sp>
      <p:graphicFrame>
        <p:nvGraphicFramePr>
          <p:cNvPr id="79" name="object 7">
            <a:extLst>
              <a:ext uri="{FF2B5EF4-FFF2-40B4-BE49-F238E27FC236}">
                <a16:creationId xmlns:a16="http://schemas.microsoft.com/office/drawing/2014/main" id="{A4CDC281-A6B2-4FAB-286C-7BB57FB80153}"/>
              </a:ext>
            </a:extLst>
          </p:cNvPr>
          <p:cNvGraphicFramePr>
            <a:graphicFrameLocks noGrp="1"/>
          </p:cNvGraphicFramePr>
          <p:nvPr/>
        </p:nvGraphicFramePr>
        <p:xfrm>
          <a:off x="6239943" y="4944672"/>
          <a:ext cx="7668252" cy="779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94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2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37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69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46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89890">
                <a:tc gridSpan="2">
                  <a:txBody>
                    <a:bodyPr/>
                    <a:lstStyle/>
                    <a:p>
                      <a:pPr>
                        <a:lnSpc>
                          <a:spcPts val="286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There'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860">
                        <a:lnSpc>
                          <a:spcPts val="286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re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2860"/>
                        </a:lnSpc>
                      </a:pPr>
                      <a:r>
                        <a:rPr sz="2650" i="1" spc="-20" dirty="0">
                          <a:latin typeface="Arial"/>
                          <a:cs typeface="Arial"/>
                        </a:rPr>
                        <a:t>some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43180">
                        <a:lnSpc>
                          <a:spcPts val="286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scientists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FFA1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286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who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86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say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ts val="2860"/>
                        </a:lnSpc>
                      </a:pPr>
                      <a:r>
                        <a:rPr sz="2650" i="1" spc="-20" dirty="0">
                          <a:latin typeface="Arial"/>
                          <a:cs typeface="Arial"/>
                        </a:rPr>
                        <a:t>that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7620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86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the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7620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43815">
                        <a:lnSpc>
                          <a:spcPts val="286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universe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FFA1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>
                        <a:lnSpc>
                          <a:spcPts val="2840"/>
                        </a:lnSpc>
                      </a:pPr>
                      <a:r>
                        <a:rPr sz="2650" i="1" spc="-20" dirty="0">
                          <a:latin typeface="Arial"/>
                          <a:cs typeface="Arial"/>
                        </a:rPr>
                        <a:t>that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7940">
                        <a:lnSpc>
                          <a:spcPts val="284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we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ts val="284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inhabit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84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is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284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not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284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the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2840"/>
                        </a:lnSpc>
                      </a:pPr>
                      <a:r>
                        <a:rPr sz="2650" i="1" spc="-20" dirty="0">
                          <a:latin typeface="Arial"/>
                          <a:cs typeface="Arial"/>
                        </a:rPr>
                        <a:t>only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5560">
                        <a:lnSpc>
                          <a:spcPts val="284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universe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7620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FFA1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7310">
                        <a:lnSpc>
                          <a:spcPts val="284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there</a:t>
                      </a:r>
                      <a:endParaRPr sz="265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76200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284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is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T w="19050">
                      <a:solidFill>
                        <a:srgbClr val="474747"/>
                      </a:solidFill>
                      <a:prstDash val="solid"/>
                    </a:lnT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1229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A1A5F-7988-5863-BBB5-E22CC0DA8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93844259-1FA7-A67F-C320-C34C0EEE8D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1586" y="364251"/>
            <a:ext cx="13633684" cy="6976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CONTEXT MASKING</a:t>
            </a:r>
            <a:endParaRPr spc="-2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54C5E39-DE7B-0659-B11B-D6801C47F6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grpSp>
        <p:nvGrpSpPr>
          <p:cNvPr id="4" name="object 4">
            <a:extLst>
              <a:ext uri="{FF2B5EF4-FFF2-40B4-BE49-F238E27FC236}">
                <a16:creationId xmlns:a16="http://schemas.microsoft.com/office/drawing/2014/main" id="{6D0BEB8C-6C76-6044-A943-1A8575268331}"/>
              </a:ext>
            </a:extLst>
          </p:cNvPr>
          <p:cNvGrpSpPr/>
          <p:nvPr/>
        </p:nvGrpSpPr>
        <p:grpSpPr>
          <a:xfrm>
            <a:off x="5985508" y="4702254"/>
            <a:ext cx="8134984" cy="1293495"/>
            <a:chOff x="5985508" y="4702254"/>
            <a:chExt cx="8134984" cy="129349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9AB469D-BFE1-53AA-3059-0F2E23DF5B3A}"/>
                </a:ext>
              </a:extLst>
            </p:cNvPr>
            <p:cNvSpPr/>
            <p:nvPr/>
          </p:nvSpPr>
          <p:spPr>
            <a:xfrm>
              <a:off x="6006781" y="4723527"/>
              <a:ext cx="8092440" cy="1250950"/>
            </a:xfrm>
            <a:custGeom>
              <a:avLst/>
              <a:gdLst/>
              <a:ahLst/>
              <a:cxnLst/>
              <a:rect l="l" t="t" r="r" b="b"/>
              <a:pathLst>
                <a:path w="8092440" h="1250950">
                  <a:moveTo>
                    <a:pt x="8092003" y="0"/>
                  </a:moveTo>
                  <a:lnTo>
                    <a:pt x="0" y="0"/>
                  </a:lnTo>
                  <a:lnTo>
                    <a:pt x="0" y="1250716"/>
                  </a:lnTo>
                  <a:lnTo>
                    <a:pt x="8092003" y="1250716"/>
                  </a:lnTo>
                  <a:lnTo>
                    <a:pt x="8092003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8E54D28-C01C-C5EC-0769-F265640DA930}"/>
                </a:ext>
              </a:extLst>
            </p:cNvPr>
            <p:cNvSpPr/>
            <p:nvPr/>
          </p:nvSpPr>
          <p:spPr>
            <a:xfrm>
              <a:off x="6006781" y="4723527"/>
              <a:ext cx="8092440" cy="1250950"/>
            </a:xfrm>
            <a:custGeom>
              <a:avLst/>
              <a:gdLst/>
              <a:ahLst/>
              <a:cxnLst/>
              <a:rect l="l" t="t" r="r" b="b"/>
              <a:pathLst>
                <a:path w="8092440" h="1250950">
                  <a:moveTo>
                    <a:pt x="0" y="1250716"/>
                  </a:moveTo>
                  <a:lnTo>
                    <a:pt x="8092003" y="1250716"/>
                  </a:lnTo>
                  <a:lnTo>
                    <a:pt x="8092003" y="0"/>
                  </a:lnTo>
                  <a:lnTo>
                    <a:pt x="0" y="0"/>
                  </a:lnTo>
                  <a:lnTo>
                    <a:pt x="0" y="1250716"/>
                  </a:lnTo>
                  <a:close/>
                </a:path>
              </a:pathLst>
            </a:custGeom>
            <a:ln w="421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4503C542-6733-D779-A988-06D009FE6BCF}"/>
              </a:ext>
            </a:extLst>
          </p:cNvPr>
          <p:cNvGraphicFramePr>
            <a:graphicFrameLocks noGrp="1"/>
          </p:cNvGraphicFramePr>
          <p:nvPr/>
        </p:nvGraphicFramePr>
        <p:xfrm>
          <a:off x="6239943" y="4944672"/>
          <a:ext cx="7668252" cy="779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94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2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37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69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46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89890">
                <a:tc gridSpan="2">
                  <a:txBody>
                    <a:bodyPr/>
                    <a:lstStyle/>
                    <a:p>
                      <a:pPr>
                        <a:lnSpc>
                          <a:spcPts val="286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There'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860">
                        <a:lnSpc>
                          <a:spcPts val="286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re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2860"/>
                        </a:lnSpc>
                      </a:pPr>
                      <a:r>
                        <a:rPr sz="2650" i="1" spc="-20" dirty="0">
                          <a:latin typeface="Arial"/>
                          <a:cs typeface="Arial"/>
                        </a:rPr>
                        <a:t>some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43180">
                        <a:lnSpc>
                          <a:spcPts val="286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scientists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FFA1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286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who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86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say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ts val="2860"/>
                        </a:lnSpc>
                      </a:pPr>
                      <a:r>
                        <a:rPr sz="2650" i="1" spc="-20" dirty="0">
                          <a:latin typeface="Arial"/>
                          <a:cs typeface="Arial"/>
                        </a:rPr>
                        <a:t>that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7620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86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the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7620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43815">
                        <a:lnSpc>
                          <a:spcPts val="286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universe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19050">
                      <a:solidFill>
                        <a:srgbClr val="474747"/>
                      </a:solidFill>
                      <a:prstDash val="solid"/>
                    </a:lnT>
                    <a:lnB w="28575">
                      <a:solidFill>
                        <a:srgbClr val="474747"/>
                      </a:solidFill>
                      <a:prstDash val="solid"/>
                    </a:lnB>
                    <a:solidFill>
                      <a:srgbClr val="FFA1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>
                        <a:lnSpc>
                          <a:spcPts val="2840"/>
                        </a:lnSpc>
                      </a:pPr>
                      <a:r>
                        <a:rPr sz="2650" i="1" spc="-20" dirty="0">
                          <a:latin typeface="Arial"/>
                          <a:cs typeface="Arial"/>
                        </a:rPr>
                        <a:t>that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7940">
                        <a:lnSpc>
                          <a:spcPts val="284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we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ts val="284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inhabit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84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is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284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not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284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the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2840"/>
                        </a:lnSpc>
                      </a:pPr>
                      <a:r>
                        <a:rPr sz="2650" i="1" spc="-20" dirty="0">
                          <a:latin typeface="Arial"/>
                          <a:cs typeface="Arial"/>
                        </a:rPr>
                        <a:t>only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5560">
                        <a:lnSpc>
                          <a:spcPts val="284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universe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R w="7620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FFA1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7310">
                        <a:lnSpc>
                          <a:spcPts val="2840"/>
                        </a:lnSpc>
                      </a:pPr>
                      <a:r>
                        <a:rPr sz="2650" i="1" spc="-10" dirty="0">
                          <a:latin typeface="Arial"/>
                          <a:cs typeface="Arial"/>
                        </a:rPr>
                        <a:t>there</a:t>
                      </a:r>
                      <a:endParaRPr sz="265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76200">
                      <a:solidFill>
                        <a:srgbClr val="474747"/>
                      </a:solidFill>
                      <a:prstDash val="solid"/>
                    </a:lnL>
                    <a:lnR w="28575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2840"/>
                        </a:lnSpc>
                      </a:pPr>
                      <a:r>
                        <a:rPr sz="2650" i="1" spc="-25" dirty="0">
                          <a:latin typeface="Arial"/>
                          <a:cs typeface="Arial"/>
                        </a:rPr>
                        <a:t>is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474747"/>
                      </a:solidFill>
                      <a:prstDash val="solid"/>
                    </a:lnL>
                    <a:lnR w="19050">
                      <a:solidFill>
                        <a:srgbClr val="474747"/>
                      </a:solidFill>
                      <a:prstDash val="solid"/>
                    </a:lnR>
                    <a:lnT w="28575">
                      <a:solidFill>
                        <a:srgbClr val="474747"/>
                      </a:solidFill>
                      <a:prstDash val="solid"/>
                    </a:lnT>
                    <a:lnB w="19050">
                      <a:solidFill>
                        <a:srgbClr val="474747"/>
                      </a:solidFill>
                      <a:prstDash val="solid"/>
                    </a:lnB>
                    <a:solidFill>
                      <a:srgbClr val="9AFF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74747"/>
                      </a:solidFill>
                      <a:prstDash val="solid"/>
                    </a:lnL>
                    <a:lnT w="19050">
                      <a:solidFill>
                        <a:srgbClr val="474747"/>
                      </a:solidFill>
                      <a:prstDash val="solid"/>
                    </a:lnT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>
            <a:extLst>
              <a:ext uri="{FF2B5EF4-FFF2-40B4-BE49-F238E27FC236}">
                <a16:creationId xmlns:a16="http://schemas.microsoft.com/office/drawing/2014/main" id="{A2736993-D1A7-CB9A-8586-C902ED8A5D86}"/>
              </a:ext>
            </a:extLst>
          </p:cNvPr>
          <p:cNvSpPr txBox="1"/>
          <p:nvPr/>
        </p:nvSpPr>
        <p:spPr>
          <a:xfrm>
            <a:off x="6008097" y="2227083"/>
            <a:ext cx="8092440" cy="1240155"/>
          </a:xfrm>
          <a:prstGeom prst="rect">
            <a:avLst/>
          </a:prstGeom>
          <a:solidFill>
            <a:srgbClr val="EFEFEF"/>
          </a:solidFill>
          <a:ln w="42112">
            <a:solidFill>
              <a:srgbClr val="000000"/>
            </a:solidFill>
          </a:ln>
        </p:spPr>
        <p:txBody>
          <a:bodyPr vert="horz" wrap="square" lIns="0" tIns="236854" rIns="0" bIns="0" rtlCol="0">
            <a:spAutoFit/>
          </a:bodyPr>
          <a:lstStyle/>
          <a:p>
            <a:pPr marL="252729" marR="273685">
              <a:lnSpc>
                <a:spcPts val="3050"/>
              </a:lnSpc>
              <a:spcBef>
                <a:spcPts val="1864"/>
              </a:spcBef>
            </a:pPr>
            <a:r>
              <a:rPr sz="2650" i="1" dirty="0">
                <a:latin typeface="Arial"/>
                <a:cs typeface="Arial"/>
              </a:rPr>
              <a:t>There're</a:t>
            </a:r>
            <a:r>
              <a:rPr sz="2650" i="1" spc="-4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some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scientists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who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say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that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the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spc="-10" dirty="0">
                <a:latin typeface="Arial"/>
                <a:cs typeface="Arial"/>
              </a:rPr>
              <a:t>universe </a:t>
            </a:r>
            <a:r>
              <a:rPr sz="2650" i="1" dirty="0">
                <a:latin typeface="Arial"/>
                <a:cs typeface="Arial"/>
              </a:rPr>
              <a:t>that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we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inhabit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is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not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the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only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universe</a:t>
            </a:r>
            <a:r>
              <a:rPr sz="2650" i="1" spc="-40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there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dirty="0">
                <a:latin typeface="Arial"/>
                <a:cs typeface="Arial"/>
              </a:rPr>
              <a:t>is</a:t>
            </a:r>
            <a:r>
              <a:rPr sz="2650" i="1" spc="-35" dirty="0">
                <a:latin typeface="Arial"/>
                <a:cs typeface="Arial"/>
              </a:rPr>
              <a:t> </a:t>
            </a:r>
            <a:r>
              <a:rPr sz="2650" i="1" spc="-25" dirty="0">
                <a:latin typeface="Arial"/>
                <a:cs typeface="Arial"/>
              </a:rPr>
              <a:t>...</a:t>
            </a:r>
            <a:endParaRPr sz="2650">
              <a:latin typeface="Arial"/>
              <a:cs typeface="Arial"/>
            </a:endParaRPr>
          </a:p>
        </p:txBody>
      </p:sp>
      <p:grpSp>
        <p:nvGrpSpPr>
          <p:cNvPr id="9" name="object 9">
            <a:extLst>
              <a:ext uri="{FF2B5EF4-FFF2-40B4-BE49-F238E27FC236}">
                <a16:creationId xmlns:a16="http://schemas.microsoft.com/office/drawing/2014/main" id="{0F8062D7-E710-DF8F-380B-D8F5A18A4FB6}"/>
              </a:ext>
            </a:extLst>
          </p:cNvPr>
          <p:cNvGrpSpPr/>
          <p:nvPr/>
        </p:nvGrpSpPr>
        <p:grpSpPr>
          <a:xfrm>
            <a:off x="10336645" y="6683462"/>
            <a:ext cx="1137920" cy="4206875"/>
            <a:chOff x="10336645" y="6683462"/>
            <a:chExt cx="1137920" cy="4206875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4AC72AC8-B7CE-C2C9-BB2F-9207F491C3FA}"/>
                </a:ext>
              </a:extLst>
            </p:cNvPr>
            <p:cNvSpPr/>
            <p:nvPr/>
          </p:nvSpPr>
          <p:spPr>
            <a:xfrm>
              <a:off x="10357707" y="7027950"/>
              <a:ext cx="772160" cy="3841115"/>
            </a:xfrm>
            <a:custGeom>
              <a:avLst/>
              <a:gdLst/>
              <a:ahLst/>
              <a:cxnLst/>
              <a:rect l="l" t="t" r="r" b="b"/>
              <a:pathLst>
                <a:path w="772159" h="3841115">
                  <a:moveTo>
                    <a:pt x="698049" y="0"/>
                  </a:moveTo>
                  <a:lnTo>
                    <a:pt x="73844" y="0"/>
                  </a:lnTo>
                  <a:lnTo>
                    <a:pt x="45103" y="5803"/>
                  </a:lnTo>
                  <a:lnTo>
                    <a:pt x="21631" y="21628"/>
                  </a:lnTo>
                  <a:lnTo>
                    <a:pt x="5804" y="45090"/>
                  </a:lnTo>
                  <a:lnTo>
                    <a:pt x="0" y="73810"/>
                  </a:lnTo>
                  <a:lnTo>
                    <a:pt x="0" y="3766901"/>
                  </a:lnTo>
                  <a:lnTo>
                    <a:pt x="5804" y="3795621"/>
                  </a:lnTo>
                  <a:lnTo>
                    <a:pt x="21631" y="3819084"/>
                  </a:lnTo>
                  <a:lnTo>
                    <a:pt x="45103" y="3834909"/>
                  </a:lnTo>
                  <a:lnTo>
                    <a:pt x="73844" y="3840713"/>
                  </a:lnTo>
                  <a:lnTo>
                    <a:pt x="698049" y="3840713"/>
                  </a:lnTo>
                  <a:lnTo>
                    <a:pt x="726766" y="3834909"/>
                  </a:lnTo>
                  <a:lnTo>
                    <a:pt x="750226" y="3819084"/>
                  </a:lnTo>
                  <a:lnTo>
                    <a:pt x="766049" y="3795621"/>
                  </a:lnTo>
                  <a:lnTo>
                    <a:pt x="771852" y="3766901"/>
                  </a:lnTo>
                  <a:lnTo>
                    <a:pt x="771852" y="73810"/>
                  </a:lnTo>
                  <a:lnTo>
                    <a:pt x="766049" y="45090"/>
                  </a:lnTo>
                  <a:lnTo>
                    <a:pt x="750226" y="21628"/>
                  </a:lnTo>
                  <a:lnTo>
                    <a:pt x="726766" y="5803"/>
                  </a:lnTo>
                  <a:lnTo>
                    <a:pt x="698049" y="0"/>
                  </a:lnTo>
                  <a:close/>
                </a:path>
              </a:pathLst>
            </a:custGeom>
            <a:solidFill>
              <a:srgbClr val="9AFF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41474435-2B09-C2B8-B9DA-8BFF31325628}"/>
                </a:ext>
              </a:extLst>
            </p:cNvPr>
            <p:cNvSpPr/>
            <p:nvPr/>
          </p:nvSpPr>
          <p:spPr>
            <a:xfrm>
              <a:off x="10357707" y="7027950"/>
              <a:ext cx="772160" cy="3841115"/>
            </a:xfrm>
            <a:custGeom>
              <a:avLst/>
              <a:gdLst/>
              <a:ahLst/>
              <a:cxnLst/>
              <a:rect l="l" t="t" r="r" b="b"/>
              <a:pathLst>
                <a:path w="772159" h="3841115">
                  <a:moveTo>
                    <a:pt x="771852" y="73810"/>
                  </a:moveTo>
                  <a:lnTo>
                    <a:pt x="771852" y="3766901"/>
                  </a:lnTo>
                  <a:lnTo>
                    <a:pt x="766049" y="3795621"/>
                  </a:lnTo>
                  <a:lnTo>
                    <a:pt x="750226" y="3819084"/>
                  </a:lnTo>
                  <a:lnTo>
                    <a:pt x="726766" y="3834909"/>
                  </a:lnTo>
                  <a:lnTo>
                    <a:pt x="698049" y="3840713"/>
                  </a:lnTo>
                  <a:lnTo>
                    <a:pt x="73844" y="3840713"/>
                  </a:lnTo>
                  <a:lnTo>
                    <a:pt x="45103" y="3834909"/>
                  </a:lnTo>
                  <a:lnTo>
                    <a:pt x="21631" y="3819084"/>
                  </a:lnTo>
                  <a:lnTo>
                    <a:pt x="5804" y="3795621"/>
                  </a:lnTo>
                  <a:lnTo>
                    <a:pt x="0" y="3766901"/>
                  </a:lnTo>
                  <a:lnTo>
                    <a:pt x="0" y="73810"/>
                  </a:lnTo>
                  <a:lnTo>
                    <a:pt x="5804" y="45090"/>
                  </a:lnTo>
                  <a:lnTo>
                    <a:pt x="21631" y="21628"/>
                  </a:lnTo>
                  <a:lnTo>
                    <a:pt x="45103" y="5803"/>
                  </a:lnTo>
                  <a:lnTo>
                    <a:pt x="73844" y="0"/>
                  </a:lnTo>
                  <a:lnTo>
                    <a:pt x="698049" y="0"/>
                  </a:lnTo>
                  <a:lnTo>
                    <a:pt x="726766" y="5803"/>
                  </a:lnTo>
                  <a:lnTo>
                    <a:pt x="750226" y="21628"/>
                  </a:lnTo>
                  <a:lnTo>
                    <a:pt x="766049" y="45090"/>
                  </a:lnTo>
                  <a:lnTo>
                    <a:pt x="771852" y="73810"/>
                  </a:lnTo>
                  <a:close/>
                </a:path>
              </a:pathLst>
            </a:custGeom>
            <a:ln w="42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4BA09C1-2830-F728-8534-CBF71BDB6064}"/>
                </a:ext>
              </a:extLst>
            </p:cNvPr>
            <p:cNvSpPr/>
            <p:nvPr/>
          </p:nvSpPr>
          <p:spPr>
            <a:xfrm>
              <a:off x="10458806" y="6926879"/>
              <a:ext cx="772160" cy="3841115"/>
            </a:xfrm>
            <a:custGeom>
              <a:avLst/>
              <a:gdLst/>
              <a:ahLst/>
              <a:cxnLst/>
              <a:rect l="l" t="t" r="r" b="b"/>
              <a:pathLst>
                <a:path w="772159" h="3841115">
                  <a:moveTo>
                    <a:pt x="698049" y="0"/>
                  </a:moveTo>
                  <a:lnTo>
                    <a:pt x="73844" y="0"/>
                  </a:lnTo>
                  <a:lnTo>
                    <a:pt x="45103" y="5803"/>
                  </a:lnTo>
                  <a:lnTo>
                    <a:pt x="21631" y="21628"/>
                  </a:lnTo>
                  <a:lnTo>
                    <a:pt x="5804" y="45090"/>
                  </a:lnTo>
                  <a:lnTo>
                    <a:pt x="0" y="73810"/>
                  </a:lnTo>
                  <a:lnTo>
                    <a:pt x="0" y="3766901"/>
                  </a:lnTo>
                  <a:lnTo>
                    <a:pt x="5804" y="3795621"/>
                  </a:lnTo>
                  <a:lnTo>
                    <a:pt x="21631" y="3819084"/>
                  </a:lnTo>
                  <a:lnTo>
                    <a:pt x="45103" y="3834909"/>
                  </a:lnTo>
                  <a:lnTo>
                    <a:pt x="73844" y="3840713"/>
                  </a:lnTo>
                  <a:lnTo>
                    <a:pt x="698049" y="3840713"/>
                  </a:lnTo>
                  <a:lnTo>
                    <a:pt x="726766" y="3834909"/>
                  </a:lnTo>
                  <a:lnTo>
                    <a:pt x="750226" y="3819084"/>
                  </a:lnTo>
                  <a:lnTo>
                    <a:pt x="766049" y="3795621"/>
                  </a:lnTo>
                  <a:lnTo>
                    <a:pt x="771852" y="3766901"/>
                  </a:lnTo>
                  <a:lnTo>
                    <a:pt x="771852" y="73810"/>
                  </a:lnTo>
                  <a:lnTo>
                    <a:pt x="766049" y="45090"/>
                  </a:lnTo>
                  <a:lnTo>
                    <a:pt x="750226" y="21628"/>
                  </a:lnTo>
                  <a:lnTo>
                    <a:pt x="726766" y="5803"/>
                  </a:lnTo>
                  <a:lnTo>
                    <a:pt x="698049" y="0"/>
                  </a:lnTo>
                  <a:close/>
                </a:path>
              </a:pathLst>
            </a:custGeom>
            <a:solidFill>
              <a:srgbClr val="FFA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5EA5762C-0099-6C0D-011E-4697E157E9F3}"/>
                </a:ext>
              </a:extLst>
            </p:cNvPr>
            <p:cNvSpPr/>
            <p:nvPr/>
          </p:nvSpPr>
          <p:spPr>
            <a:xfrm>
              <a:off x="10458806" y="6926879"/>
              <a:ext cx="772160" cy="3841115"/>
            </a:xfrm>
            <a:custGeom>
              <a:avLst/>
              <a:gdLst/>
              <a:ahLst/>
              <a:cxnLst/>
              <a:rect l="l" t="t" r="r" b="b"/>
              <a:pathLst>
                <a:path w="772159" h="3841115">
                  <a:moveTo>
                    <a:pt x="771852" y="73810"/>
                  </a:moveTo>
                  <a:lnTo>
                    <a:pt x="771852" y="3766901"/>
                  </a:lnTo>
                  <a:lnTo>
                    <a:pt x="766049" y="3795621"/>
                  </a:lnTo>
                  <a:lnTo>
                    <a:pt x="750226" y="3819084"/>
                  </a:lnTo>
                  <a:lnTo>
                    <a:pt x="726766" y="3834909"/>
                  </a:lnTo>
                  <a:lnTo>
                    <a:pt x="698049" y="3840713"/>
                  </a:lnTo>
                  <a:lnTo>
                    <a:pt x="73844" y="3840713"/>
                  </a:lnTo>
                  <a:lnTo>
                    <a:pt x="45103" y="3834909"/>
                  </a:lnTo>
                  <a:lnTo>
                    <a:pt x="21631" y="3819084"/>
                  </a:lnTo>
                  <a:lnTo>
                    <a:pt x="5804" y="3795621"/>
                  </a:lnTo>
                  <a:lnTo>
                    <a:pt x="0" y="3766901"/>
                  </a:lnTo>
                  <a:lnTo>
                    <a:pt x="0" y="73810"/>
                  </a:lnTo>
                  <a:lnTo>
                    <a:pt x="5804" y="45090"/>
                  </a:lnTo>
                  <a:lnTo>
                    <a:pt x="21631" y="21628"/>
                  </a:lnTo>
                  <a:lnTo>
                    <a:pt x="45103" y="5803"/>
                  </a:lnTo>
                  <a:lnTo>
                    <a:pt x="73844" y="0"/>
                  </a:lnTo>
                  <a:lnTo>
                    <a:pt x="698049" y="0"/>
                  </a:lnTo>
                  <a:lnTo>
                    <a:pt x="726766" y="5803"/>
                  </a:lnTo>
                  <a:lnTo>
                    <a:pt x="750226" y="21628"/>
                  </a:lnTo>
                  <a:lnTo>
                    <a:pt x="766049" y="45090"/>
                  </a:lnTo>
                  <a:lnTo>
                    <a:pt x="771852" y="73810"/>
                  </a:lnTo>
                  <a:close/>
                </a:path>
              </a:pathLst>
            </a:custGeom>
            <a:ln w="42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B1FEBEAA-CA6C-32C6-D78B-E7159CD3DBD6}"/>
                </a:ext>
              </a:extLst>
            </p:cNvPr>
            <p:cNvSpPr/>
            <p:nvPr/>
          </p:nvSpPr>
          <p:spPr>
            <a:xfrm>
              <a:off x="10570016" y="6815702"/>
              <a:ext cx="772160" cy="3841115"/>
            </a:xfrm>
            <a:custGeom>
              <a:avLst/>
              <a:gdLst/>
              <a:ahLst/>
              <a:cxnLst/>
              <a:rect l="l" t="t" r="r" b="b"/>
              <a:pathLst>
                <a:path w="772159" h="3841115">
                  <a:moveTo>
                    <a:pt x="698049" y="0"/>
                  </a:moveTo>
                  <a:lnTo>
                    <a:pt x="73844" y="0"/>
                  </a:lnTo>
                  <a:lnTo>
                    <a:pt x="45103" y="5803"/>
                  </a:lnTo>
                  <a:lnTo>
                    <a:pt x="21631" y="21628"/>
                  </a:lnTo>
                  <a:lnTo>
                    <a:pt x="5804" y="45090"/>
                  </a:lnTo>
                  <a:lnTo>
                    <a:pt x="0" y="73810"/>
                  </a:lnTo>
                  <a:lnTo>
                    <a:pt x="0" y="3766901"/>
                  </a:lnTo>
                  <a:lnTo>
                    <a:pt x="5804" y="3795621"/>
                  </a:lnTo>
                  <a:lnTo>
                    <a:pt x="21631" y="3819084"/>
                  </a:lnTo>
                  <a:lnTo>
                    <a:pt x="45103" y="3834909"/>
                  </a:lnTo>
                  <a:lnTo>
                    <a:pt x="73844" y="3840713"/>
                  </a:lnTo>
                  <a:lnTo>
                    <a:pt x="698049" y="3840713"/>
                  </a:lnTo>
                  <a:lnTo>
                    <a:pt x="726766" y="3834909"/>
                  </a:lnTo>
                  <a:lnTo>
                    <a:pt x="750226" y="3819084"/>
                  </a:lnTo>
                  <a:lnTo>
                    <a:pt x="766049" y="3795621"/>
                  </a:lnTo>
                  <a:lnTo>
                    <a:pt x="771852" y="3766901"/>
                  </a:lnTo>
                  <a:lnTo>
                    <a:pt x="771852" y="73810"/>
                  </a:lnTo>
                  <a:lnTo>
                    <a:pt x="766049" y="45090"/>
                  </a:lnTo>
                  <a:lnTo>
                    <a:pt x="750226" y="21628"/>
                  </a:lnTo>
                  <a:lnTo>
                    <a:pt x="726766" y="5803"/>
                  </a:lnTo>
                  <a:lnTo>
                    <a:pt x="698049" y="0"/>
                  </a:lnTo>
                  <a:close/>
                </a:path>
              </a:pathLst>
            </a:custGeom>
            <a:solidFill>
              <a:srgbClr val="9AFF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773B417E-CA66-A0FC-F944-190044E84BD0}"/>
                </a:ext>
              </a:extLst>
            </p:cNvPr>
            <p:cNvSpPr/>
            <p:nvPr/>
          </p:nvSpPr>
          <p:spPr>
            <a:xfrm>
              <a:off x="10570016" y="6815702"/>
              <a:ext cx="772160" cy="3841115"/>
            </a:xfrm>
            <a:custGeom>
              <a:avLst/>
              <a:gdLst/>
              <a:ahLst/>
              <a:cxnLst/>
              <a:rect l="l" t="t" r="r" b="b"/>
              <a:pathLst>
                <a:path w="772159" h="3841115">
                  <a:moveTo>
                    <a:pt x="771852" y="73810"/>
                  </a:moveTo>
                  <a:lnTo>
                    <a:pt x="771852" y="3766901"/>
                  </a:lnTo>
                  <a:lnTo>
                    <a:pt x="766049" y="3795621"/>
                  </a:lnTo>
                  <a:lnTo>
                    <a:pt x="750226" y="3819084"/>
                  </a:lnTo>
                  <a:lnTo>
                    <a:pt x="726766" y="3834909"/>
                  </a:lnTo>
                  <a:lnTo>
                    <a:pt x="698049" y="3840713"/>
                  </a:lnTo>
                  <a:lnTo>
                    <a:pt x="73844" y="3840713"/>
                  </a:lnTo>
                  <a:lnTo>
                    <a:pt x="45103" y="3834909"/>
                  </a:lnTo>
                  <a:lnTo>
                    <a:pt x="21631" y="3819084"/>
                  </a:lnTo>
                  <a:lnTo>
                    <a:pt x="5804" y="3795621"/>
                  </a:lnTo>
                  <a:lnTo>
                    <a:pt x="0" y="3766901"/>
                  </a:lnTo>
                  <a:lnTo>
                    <a:pt x="0" y="73810"/>
                  </a:lnTo>
                  <a:lnTo>
                    <a:pt x="5804" y="45090"/>
                  </a:lnTo>
                  <a:lnTo>
                    <a:pt x="21631" y="21628"/>
                  </a:lnTo>
                  <a:lnTo>
                    <a:pt x="45103" y="5803"/>
                  </a:lnTo>
                  <a:lnTo>
                    <a:pt x="73844" y="0"/>
                  </a:lnTo>
                  <a:lnTo>
                    <a:pt x="698049" y="0"/>
                  </a:lnTo>
                  <a:lnTo>
                    <a:pt x="726766" y="5803"/>
                  </a:lnTo>
                  <a:lnTo>
                    <a:pt x="750226" y="21628"/>
                  </a:lnTo>
                  <a:lnTo>
                    <a:pt x="766049" y="45090"/>
                  </a:lnTo>
                  <a:lnTo>
                    <a:pt x="771852" y="73810"/>
                  </a:lnTo>
                  <a:close/>
                </a:path>
              </a:pathLst>
            </a:custGeom>
            <a:ln w="42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FFE0D664-5C89-0FED-57F1-C94609C61171}"/>
                </a:ext>
              </a:extLst>
            </p:cNvPr>
            <p:cNvSpPr/>
            <p:nvPr/>
          </p:nvSpPr>
          <p:spPr>
            <a:xfrm>
              <a:off x="10681225" y="6704524"/>
              <a:ext cx="772160" cy="3841115"/>
            </a:xfrm>
            <a:custGeom>
              <a:avLst/>
              <a:gdLst/>
              <a:ahLst/>
              <a:cxnLst/>
              <a:rect l="l" t="t" r="r" b="b"/>
              <a:pathLst>
                <a:path w="772159" h="3841115">
                  <a:moveTo>
                    <a:pt x="698049" y="0"/>
                  </a:moveTo>
                  <a:lnTo>
                    <a:pt x="73844" y="0"/>
                  </a:lnTo>
                  <a:lnTo>
                    <a:pt x="45103" y="5803"/>
                  </a:lnTo>
                  <a:lnTo>
                    <a:pt x="21631" y="21628"/>
                  </a:lnTo>
                  <a:lnTo>
                    <a:pt x="5804" y="45090"/>
                  </a:lnTo>
                  <a:lnTo>
                    <a:pt x="0" y="73810"/>
                  </a:lnTo>
                  <a:lnTo>
                    <a:pt x="0" y="3766901"/>
                  </a:lnTo>
                  <a:lnTo>
                    <a:pt x="5804" y="3795621"/>
                  </a:lnTo>
                  <a:lnTo>
                    <a:pt x="21631" y="3819084"/>
                  </a:lnTo>
                  <a:lnTo>
                    <a:pt x="45103" y="3834909"/>
                  </a:lnTo>
                  <a:lnTo>
                    <a:pt x="73844" y="3840713"/>
                  </a:lnTo>
                  <a:lnTo>
                    <a:pt x="698049" y="3840713"/>
                  </a:lnTo>
                  <a:lnTo>
                    <a:pt x="726766" y="3834909"/>
                  </a:lnTo>
                  <a:lnTo>
                    <a:pt x="750226" y="3819084"/>
                  </a:lnTo>
                  <a:lnTo>
                    <a:pt x="766049" y="3795621"/>
                  </a:lnTo>
                  <a:lnTo>
                    <a:pt x="771852" y="3766901"/>
                  </a:lnTo>
                  <a:lnTo>
                    <a:pt x="771852" y="73810"/>
                  </a:lnTo>
                  <a:lnTo>
                    <a:pt x="766049" y="45090"/>
                  </a:lnTo>
                  <a:lnTo>
                    <a:pt x="750226" y="21628"/>
                  </a:lnTo>
                  <a:lnTo>
                    <a:pt x="726766" y="5803"/>
                  </a:lnTo>
                  <a:lnTo>
                    <a:pt x="698049" y="0"/>
                  </a:lnTo>
                  <a:close/>
                </a:path>
              </a:pathLst>
            </a:custGeom>
            <a:solidFill>
              <a:srgbClr val="9AFF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CAE9003F-B720-A2FB-B1B8-3B8C95D3492C}"/>
                </a:ext>
              </a:extLst>
            </p:cNvPr>
            <p:cNvSpPr/>
            <p:nvPr/>
          </p:nvSpPr>
          <p:spPr>
            <a:xfrm>
              <a:off x="10681225" y="6704524"/>
              <a:ext cx="772160" cy="3841115"/>
            </a:xfrm>
            <a:custGeom>
              <a:avLst/>
              <a:gdLst/>
              <a:ahLst/>
              <a:cxnLst/>
              <a:rect l="l" t="t" r="r" b="b"/>
              <a:pathLst>
                <a:path w="772159" h="3841115">
                  <a:moveTo>
                    <a:pt x="771852" y="73810"/>
                  </a:moveTo>
                  <a:lnTo>
                    <a:pt x="771852" y="3766901"/>
                  </a:lnTo>
                  <a:lnTo>
                    <a:pt x="766049" y="3795621"/>
                  </a:lnTo>
                  <a:lnTo>
                    <a:pt x="750226" y="3819084"/>
                  </a:lnTo>
                  <a:lnTo>
                    <a:pt x="726766" y="3834909"/>
                  </a:lnTo>
                  <a:lnTo>
                    <a:pt x="698049" y="3840713"/>
                  </a:lnTo>
                  <a:lnTo>
                    <a:pt x="73844" y="3840713"/>
                  </a:lnTo>
                  <a:lnTo>
                    <a:pt x="45103" y="3834909"/>
                  </a:lnTo>
                  <a:lnTo>
                    <a:pt x="21631" y="3819084"/>
                  </a:lnTo>
                  <a:lnTo>
                    <a:pt x="5804" y="3795621"/>
                  </a:lnTo>
                  <a:lnTo>
                    <a:pt x="0" y="3766901"/>
                  </a:lnTo>
                  <a:lnTo>
                    <a:pt x="0" y="73810"/>
                  </a:lnTo>
                  <a:lnTo>
                    <a:pt x="5804" y="45090"/>
                  </a:lnTo>
                  <a:lnTo>
                    <a:pt x="21631" y="21628"/>
                  </a:lnTo>
                  <a:lnTo>
                    <a:pt x="45103" y="5803"/>
                  </a:lnTo>
                  <a:lnTo>
                    <a:pt x="73844" y="0"/>
                  </a:lnTo>
                  <a:lnTo>
                    <a:pt x="698049" y="0"/>
                  </a:lnTo>
                  <a:lnTo>
                    <a:pt x="726766" y="5803"/>
                  </a:lnTo>
                  <a:lnTo>
                    <a:pt x="750226" y="21628"/>
                  </a:lnTo>
                  <a:lnTo>
                    <a:pt x="766049" y="45090"/>
                  </a:lnTo>
                  <a:lnTo>
                    <a:pt x="771852" y="73810"/>
                  </a:lnTo>
                  <a:close/>
                </a:path>
              </a:pathLst>
            </a:custGeom>
            <a:ln w="42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3DAC8440-B92B-066C-BD50-8CD31BC689E7}"/>
                </a:ext>
              </a:extLst>
            </p:cNvPr>
            <p:cNvSpPr/>
            <p:nvPr/>
          </p:nvSpPr>
          <p:spPr>
            <a:xfrm>
              <a:off x="10803935" y="6870158"/>
              <a:ext cx="557530" cy="456565"/>
            </a:xfrm>
            <a:custGeom>
              <a:avLst/>
              <a:gdLst/>
              <a:ahLst/>
              <a:cxnLst/>
              <a:rect l="l" t="t" r="r" b="b"/>
              <a:pathLst>
                <a:path w="557529" h="456565">
                  <a:moveTo>
                    <a:pt x="488773" y="0"/>
                  </a:moveTo>
                  <a:lnTo>
                    <a:pt x="68410" y="0"/>
                  </a:lnTo>
                  <a:lnTo>
                    <a:pt x="41798" y="5378"/>
                  </a:lnTo>
                  <a:lnTo>
                    <a:pt x="20051" y="20041"/>
                  </a:lnTo>
                  <a:lnTo>
                    <a:pt x="5381" y="41782"/>
                  </a:lnTo>
                  <a:lnTo>
                    <a:pt x="0" y="68395"/>
                  </a:lnTo>
                  <a:lnTo>
                    <a:pt x="0" y="387575"/>
                  </a:lnTo>
                  <a:lnTo>
                    <a:pt x="5381" y="414188"/>
                  </a:lnTo>
                  <a:lnTo>
                    <a:pt x="20051" y="435931"/>
                  </a:lnTo>
                  <a:lnTo>
                    <a:pt x="41798" y="450596"/>
                  </a:lnTo>
                  <a:lnTo>
                    <a:pt x="68410" y="455974"/>
                  </a:lnTo>
                  <a:lnTo>
                    <a:pt x="488773" y="455974"/>
                  </a:lnTo>
                  <a:lnTo>
                    <a:pt x="515410" y="450596"/>
                  </a:lnTo>
                  <a:lnTo>
                    <a:pt x="537170" y="435931"/>
                  </a:lnTo>
                  <a:lnTo>
                    <a:pt x="551844" y="414188"/>
                  </a:lnTo>
                  <a:lnTo>
                    <a:pt x="557226" y="387575"/>
                  </a:lnTo>
                  <a:lnTo>
                    <a:pt x="557226" y="68395"/>
                  </a:lnTo>
                  <a:lnTo>
                    <a:pt x="551844" y="41782"/>
                  </a:lnTo>
                  <a:lnTo>
                    <a:pt x="537170" y="20041"/>
                  </a:lnTo>
                  <a:lnTo>
                    <a:pt x="515410" y="5378"/>
                  </a:lnTo>
                  <a:lnTo>
                    <a:pt x="488773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DE840C44-00CD-AE10-6F3C-5967BE08D4A5}"/>
                </a:ext>
              </a:extLst>
            </p:cNvPr>
            <p:cNvSpPr/>
            <p:nvPr/>
          </p:nvSpPr>
          <p:spPr>
            <a:xfrm>
              <a:off x="10803935" y="6870158"/>
              <a:ext cx="557530" cy="456565"/>
            </a:xfrm>
            <a:custGeom>
              <a:avLst/>
              <a:gdLst/>
              <a:ahLst/>
              <a:cxnLst/>
              <a:rect l="l" t="t" r="r" b="b"/>
              <a:pathLst>
                <a:path w="557529" h="456565">
                  <a:moveTo>
                    <a:pt x="557226" y="68395"/>
                  </a:moveTo>
                  <a:lnTo>
                    <a:pt x="557226" y="387575"/>
                  </a:lnTo>
                  <a:lnTo>
                    <a:pt x="551844" y="414188"/>
                  </a:lnTo>
                  <a:lnTo>
                    <a:pt x="537170" y="435931"/>
                  </a:lnTo>
                  <a:lnTo>
                    <a:pt x="515410" y="450596"/>
                  </a:lnTo>
                  <a:lnTo>
                    <a:pt x="488773" y="455974"/>
                  </a:lnTo>
                  <a:lnTo>
                    <a:pt x="68410" y="455974"/>
                  </a:lnTo>
                  <a:lnTo>
                    <a:pt x="41798" y="450596"/>
                  </a:lnTo>
                  <a:lnTo>
                    <a:pt x="20051" y="435931"/>
                  </a:lnTo>
                  <a:lnTo>
                    <a:pt x="5381" y="414188"/>
                  </a:lnTo>
                  <a:lnTo>
                    <a:pt x="0" y="387575"/>
                  </a:lnTo>
                  <a:lnTo>
                    <a:pt x="0" y="68395"/>
                  </a:lnTo>
                  <a:lnTo>
                    <a:pt x="5381" y="41782"/>
                  </a:lnTo>
                  <a:lnTo>
                    <a:pt x="20051" y="20041"/>
                  </a:lnTo>
                  <a:lnTo>
                    <a:pt x="41798" y="5378"/>
                  </a:lnTo>
                  <a:lnTo>
                    <a:pt x="68410" y="0"/>
                  </a:lnTo>
                  <a:lnTo>
                    <a:pt x="488773" y="0"/>
                  </a:lnTo>
                  <a:lnTo>
                    <a:pt x="515410" y="5378"/>
                  </a:lnTo>
                  <a:lnTo>
                    <a:pt x="537170" y="20041"/>
                  </a:lnTo>
                  <a:lnTo>
                    <a:pt x="551844" y="41782"/>
                  </a:lnTo>
                  <a:lnTo>
                    <a:pt x="557226" y="68395"/>
                  </a:lnTo>
                  <a:close/>
                </a:path>
              </a:pathLst>
            </a:custGeom>
            <a:ln w="21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EB476BC4-9453-C188-5FB8-09C2D5B2E111}"/>
                </a:ext>
              </a:extLst>
            </p:cNvPr>
            <p:cNvSpPr/>
            <p:nvPr/>
          </p:nvSpPr>
          <p:spPr>
            <a:xfrm>
              <a:off x="10803935" y="7605664"/>
              <a:ext cx="557530" cy="456565"/>
            </a:xfrm>
            <a:custGeom>
              <a:avLst/>
              <a:gdLst/>
              <a:ahLst/>
              <a:cxnLst/>
              <a:rect l="l" t="t" r="r" b="b"/>
              <a:pathLst>
                <a:path w="557529" h="456565">
                  <a:moveTo>
                    <a:pt x="488773" y="0"/>
                  </a:moveTo>
                  <a:lnTo>
                    <a:pt x="68410" y="0"/>
                  </a:lnTo>
                  <a:lnTo>
                    <a:pt x="41798" y="5378"/>
                  </a:lnTo>
                  <a:lnTo>
                    <a:pt x="20051" y="20041"/>
                  </a:lnTo>
                  <a:lnTo>
                    <a:pt x="5381" y="41782"/>
                  </a:lnTo>
                  <a:lnTo>
                    <a:pt x="0" y="68395"/>
                  </a:lnTo>
                  <a:lnTo>
                    <a:pt x="0" y="387575"/>
                  </a:lnTo>
                  <a:lnTo>
                    <a:pt x="5381" y="414188"/>
                  </a:lnTo>
                  <a:lnTo>
                    <a:pt x="20051" y="435931"/>
                  </a:lnTo>
                  <a:lnTo>
                    <a:pt x="41798" y="450596"/>
                  </a:lnTo>
                  <a:lnTo>
                    <a:pt x="68410" y="455974"/>
                  </a:lnTo>
                  <a:lnTo>
                    <a:pt x="488773" y="455974"/>
                  </a:lnTo>
                  <a:lnTo>
                    <a:pt x="515410" y="450596"/>
                  </a:lnTo>
                  <a:lnTo>
                    <a:pt x="537170" y="435931"/>
                  </a:lnTo>
                  <a:lnTo>
                    <a:pt x="551844" y="414188"/>
                  </a:lnTo>
                  <a:lnTo>
                    <a:pt x="557226" y="387575"/>
                  </a:lnTo>
                  <a:lnTo>
                    <a:pt x="557226" y="68395"/>
                  </a:lnTo>
                  <a:lnTo>
                    <a:pt x="551844" y="41782"/>
                  </a:lnTo>
                  <a:lnTo>
                    <a:pt x="537170" y="20041"/>
                  </a:lnTo>
                  <a:lnTo>
                    <a:pt x="515410" y="5378"/>
                  </a:lnTo>
                  <a:lnTo>
                    <a:pt x="488773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0C0D7D15-AB29-C886-BDB5-A5248F1DB35B}"/>
                </a:ext>
              </a:extLst>
            </p:cNvPr>
            <p:cNvSpPr/>
            <p:nvPr/>
          </p:nvSpPr>
          <p:spPr>
            <a:xfrm>
              <a:off x="10803935" y="7605664"/>
              <a:ext cx="557530" cy="456565"/>
            </a:xfrm>
            <a:custGeom>
              <a:avLst/>
              <a:gdLst/>
              <a:ahLst/>
              <a:cxnLst/>
              <a:rect l="l" t="t" r="r" b="b"/>
              <a:pathLst>
                <a:path w="557529" h="456565">
                  <a:moveTo>
                    <a:pt x="557226" y="68395"/>
                  </a:moveTo>
                  <a:lnTo>
                    <a:pt x="557226" y="387575"/>
                  </a:lnTo>
                  <a:lnTo>
                    <a:pt x="551844" y="414188"/>
                  </a:lnTo>
                  <a:lnTo>
                    <a:pt x="537170" y="435931"/>
                  </a:lnTo>
                  <a:lnTo>
                    <a:pt x="515410" y="450596"/>
                  </a:lnTo>
                  <a:lnTo>
                    <a:pt x="488773" y="455974"/>
                  </a:lnTo>
                  <a:lnTo>
                    <a:pt x="68410" y="455974"/>
                  </a:lnTo>
                  <a:lnTo>
                    <a:pt x="41798" y="450596"/>
                  </a:lnTo>
                  <a:lnTo>
                    <a:pt x="20051" y="435931"/>
                  </a:lnTo>
                  <a:lnTo>
                    <a:pt x="5381" y="414188"/>
                  </a:lnTo>
                  <a:lnTo>
                    <a:pt x="0" y="387575"/>
                  </a:lnTo>
                  <a:lnTo>
                    <a:pt x="0" y="68395"/>
                  </a:lnTo>
                  <a:lnTo>
                    <a:pt x="5381" y="41782"/>
                  </a:lnTo>
                  <a:lnTo>
                    <a:pt x="20051" y="20041"/>
                  </a:lnTo>
                  <a:lnTo>
                    <a:pt x="41798" y="5378"/>
                  </a:lnTo>
                  <a:lnTo>
                    <a:pt x="68410" y="0"/>
                  </a:lnTo>
                  <a:lnTo>
                    <a:pt x="488773" y="0"/>
                  </a:lnTo>
                  <a:lnTo>
                    <a:pt x="515410" y="5378"/>
                  </a:lnTo>
                  <a:lnTo>
                    <a:pt x="537170" y="20041"/>
                  </a:lnTo>
                  <a:lnTo>
                    <a:pt x="551844" y="41782"/>
                  </a:lnTo>
                  <a:lnTo>
                    <a:pt x="557226" y="68395"/>
                  </a:lnTo>
                  <a:close/>
                </a:path>
              </a:pathLst>
            </a:custGeom>
            <a:ln w="21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B6788158-E048-3E59-4224-DCC4CA33EE45}"/>
                </a:ext>
              </a:extLst>
            </p:cNvPr>
            <p:cNvSpPr/>
            <p:nvPr/>
          </p:nvSpPr>
          <p:spPr>
            <a:xfrm>
              <a:off x="10803935" y="8324700"/>
              <a:ext cx="557530" cy="456565"/>
            </a:xfrm>
            <a:custGeom>
              <a:avLst/>
              <a:gdLst/>
              <a:ahLst/>
              <a:cxnLst/>
              <a:rect l="l" t="t" r="r" b="b"/>
              <a:pathLst>
                <a:path w="557529" h="456565">
                  <a:moveTo>
                    <a:pt x="488773" y="0"/>
                  </a:moveTo>
                  <a:lnTo>
                    <a:pt x="68410" y="0"/>
                  </a:lnTo>
                  <a:lnTo>
                    <a:pt x="41798" y="5378"/>
                  </a:lnTo>
                  <a:lnTo>
                    <a:pt x="20051" y="20043"/>
                  </a:lnTo>
                  <a:lnTo>
                    <a:pt x="5381" y="41784"/>
                  </a:lnTo>
                  <a:lnTo>
                    <a:pt x="0" y="68395"/>
                  </a:lnTo>
                  <a:lnTo>
                    <a:pt x="0" y="387579"/>
                  </a:lnTo>
                  <a:lnTo>
                    <a:pt x="5381" y="414192"/>
                  </a:lnTo>
                  <a:lnTo>
                    <a:pt x="20051" y="435933"/>
                  </a:lnTo>
                  <a:lnTo>
                    <a:pt x="41798" y="450596"/>
                  </a:lnTo>
                  <a:lnTo>
                    <a:pt x="68410" y="455974"/>
                  </a:lnTo>
                  <a:lnTo>
                    <a:pt x="488773" y="455974"/>
                  </a:lnTo>
                  <a:lnTo>
                    <a:pt x="515410" y="450596"/>
                  </a:lnTo>
                  <a:lnTo>
                    <a:pt x="537170" y="435933"/>
                  </a:lnTo>
                  <a:lnTo>
                    <a:pt x="551844" y="414192"/>
                  </a:lnTo>
                  <a:lnTo>
                    <a:pt x="557226" y="387579"/>
                  </a:lnTo>
                  <a:lnTo>
                    <a:pt x="557226" y="68395"/>
                  </a:lnTo>
                  <a:lnTo>
                    <a:pt x="551844" y="41784"/>
                  </a:lnTo>
                  <a:lnTo>
                    <a:pt x="537170" y="20043"/>
                  </a:lnTo>
                  <a:lnTo>
                    <a:pt x="515410" y="5378"/>
                  </a:lnTo>
                  <a:lnTo>
                    <a:pt x="488773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B8DD9A86-3976-E15E-1F66-6CF7E3369680}"/>
                </a:ext>
              </a:extLst>
            </p:cNvPr>
            <p:cNvSpPr/>
            <p:nvPr/>
          </p:nvSpPr>
          <p:spPr>
            <a:xfrm>
              <a:off x="10803935" y="8324700"/>
              <a:ext cx="557530" cy="456565"/>
            </a:xfrm>
            <a:custGeom>
              <a:avLst/>
              <a:gdLst/>
              <a:ahLst/>
              <a:cxnLst/>
              <a:rect l="l" t="t" r="r" b="b"/>
              <a:pathLst>
                <a:path w="557529" h="456565">
                  <a:moveTo>
                    <a:pt x="557226" y="68395"/>
                  </a:moveTo>
                  <a:lnTo>
                    <a:pt x="557226" y="387579"/>
                  </a:lnTo>
                  <a:lnTo>
                    <a:pt x="551844" y="414192"/>
                  </a:lnTo>
                  <a:lnTo>
                    <a:pt x="537170" y="435933"/>
                  </a:lnTo>
                  <a:lnTo>
                    <a:pt x="515410" y="450596"/>
                  </a:lnTo>
                  <a:lnTo>
                    <a:pt x="488773" y="455974"/>
                  </a:lnTo>
                  <a:lnTo>
                    <a:pt x="68410" y="455974"/>
                  </a:lnTo>
                  <a:lnTo>
                    <a:pt x="41798" y="450596"/>
                  </a:lnTo>
                  <a:lnTo>
                    <a:pt x="20051" y="435933"/>
                  </a:lnTo>
                  <a:lnTo>
                    <a:pt x="5381" y="414192"/>
                  </a:lnTo>
                  <a:lnTo>
                    <a:pt x="0" y="387579"/>
                  </a:lnTo>
                  <a:lnTo>
                    <a:pt x="0" y="68395"/>
                  </a:lnTo>
                  <a:lnTo>
                    <a:pt x="5381" y="41784"/>
                  </a:lnTo>
                  <a:lnTo>
                    <a:pt x="20051" y="20043"/>
                  </a:lnTo>
                  <a:lnTo>
                    <a:pt x="41798" y="5378"/>
                  </a:lnTo>
                  <a:lnTo>
                    <a:pt x="68410" y="0"/>
                  </a:lnTo>
                  <a:lnTo>
                    <a:pt x="488773" y="0"/>
                  </a:lnTo>
                  <a:lnTo>
                    <a:pt x="515410" y="5378"/>
                  </a:lnTo>
                  <a:lnTo>
                    <a:pt x="537170" y="20043"/>
                  </a:lnTo>
                  <a:lnTo>
                    <a:pt x="551844" y="41784"/>
                  </a:lnTo>
                  <a:lnTo>
                    <a:pt x="557226" y="68395"/>
                  </a:lnTo>
                  <a:close/>
                </a:path>
              </a:pathLst>
            </a:custGeom>
            <a:ln w="21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3F6C7B7E-7178-ED00-A10C-EDB844AF7912}"/>
                </a:ext>
              </a:extLst>
            </p:cNvPr>
            <p:cNvSpPr/>
            <p:nvPr/>
          </p:nvSpPr>
          <p:spPr>
            <a:xfrm>
              <a:off x="10803935" y="9920181"/>
              <a:ext cx="557530" cy="456565"/>
            </a:xfrm>
            <a:custGeom>
              <a:avLst/>
              <a:gdLst/>
              <a:ahLst/>
              <a:cxnLst/>
              <a:rect l="l" t="t" r="r" b="b"/>
              <a:pathLst>
                <a:path w="557529" h="456565">
                  <a:moveTo>
                    <a:pt x="494797" y="0"/>
                  </a:moveTo>
                  <a:lnTo>
                    <a:pt x="62428" y="0"/>
                  </a:lnTo>
                  <a:lnTo>
                    <a:pt x="38137" y="4907"/>
                  </a:lnTo>
                  <a:lnTo>
                    <a:pt x="18292" y="18286"/>
                  </a:lnTo>
                  <a:lnTo>
                    <a:pt x="4908" y="38124"/>
                  </a:lnTo>
                  <a:lnTo>
                    <a:pt x="0" y="62406"/>
                  </a:lnTo>
                  <a:lnTo>
                    <a:pt x="0" y="393572"/>
                  </a:lnTo>
                  <a:lnTo>
                    <a:pt x="4908" y="417852"/>
                  </a:lnTo>
                  <a:lnTo>
                    <a:pt x="18292" y="437688"/>
                  </a:lnTo>
                  <a:lnTo>
                    <a:pt x="38137" y="451067"/>
                  </a:lnTo>
                  <a:lnTo>
                    <a:pt x="62428" y="455974"/>
                  </a:lnTo>
                  <a:lnTo>
                    <a:pt x="494797" y="455974"/>
                  </a:lnTo>
                  <a:lnTo>
                    <a:pt x="519089" y="451067"/>
                  </a:lnTo>
                  <a:lnTo>
                    <a:pt x="538934" y="437688"/>
                  </a:lnTo>
                  <a:lnTo>
                    <a:pt x="552317" y="417852"/>
                  </a:lnTo>
                  <a:lnTo>
                    <a:pt x="557226" y="393572"/>
                  </a:lnTo>
                  <a:lnTo>
                    <a:pt x="557226" y="62406"/>
                  </a:lnTo>
                  <a:lnTo>
                    <a:pt x="552317" y="38124"/>
                  </a:lnTo>
                  <a:lnTo>
                    <a:pt x="538934" y="18286"/>
                  </a:lnTo>
                  <a:lnTo>
                    <a:pt x="519089" y="4907"/>
                  </a:lnTo>
                  <a:lnTo>
                    <a:pt x="494797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03EA94D9-F557-F66E-DB62-1933CEFEA4C1}"/>
                </a:ext>
              </a:extLst>
            </p:cNvPr>
            <p:cNvSpPr/>
            <p:nvPr/>
          </p:nvSpPr>
          <p:spPr>
            <a:xfrm>
              <a:off x="10803935" y="9920181"/>
              <a:ext cx="557530" cy="456565"/>
            </a:xfrm>
            <a:custGeom>
              <a:avLst/>
              <a:gdLst/>
              <a:ahLst/>
              <a:cxnLst/>
              <a:rect l="l" t="t" r="r" b="b"/>
              <a:pathLst>
                <a:path w="557529" h="456565">
                  <a:moveTo>
                    <a:pt x="557226" y="62406"/>
                  </a:moveTo>
                  <a:lnTo>
                    <a:pt x="557226" y="393572"/>
                  </a:lnTo>
                  <a:lnTo>
                    <a:pt x="552317" y="417852"/>
                  </a:lnTo>
                  <a:lnTo>
                    <a:pt x="538934" y="437688"/>
                  </a:lnTo>
                  <a:lnTo>
                    <a:pt x="519089" y="451067"/>
                  </a:lnTo>
                  <a:lnTo>
                    <a:pt x="494797" y="455974"/>
                  </a:lnTo>
                  <a:lnTo>
                    <a:pt x="62428" y="455974"/>
                  </a:lnTo>
                  <a:lnTo>
                    <a:pt x="38137" y="451067"/>
                  </a:lnTo>
                  <a:lnTo>
                    <a:pt x="18292" y="437688"/>
                  </a:lnTo>
                  <a:lnTo>
                    <a:pt x="4908" y="417852"/>
                  </a:lnTo>
                  <a:lnTo>
                    <a:pt x="0" y="393572"/>
                  </a:lnTo>
                  <a:lnTo>
                    <a:pt x="0" y="62406"/>
                  </a:lnTo>
                  <a:lnTo>
                    <a:pt x="4908" y="38124"/>
                  </a:lnTo>
                  <a:lnTo>
                    <a:pt x="18292" y="18286"/>
                  </a:lnTo>
                  <a:lnTo>
                    <a:pt x="38137" y="4907"/>
                  </a:lnTo>
                  <a:lnTo>
                    <a:pt x="62428" y="0"/>
                  </a:lnTo>
                  <a:lnTo>
                    <a:pt x="494797" y="0"/>
                  </a:lnTo>
                  <a:lnTo>
                    <a:pt x="519089" y="4907"/>
                  </a:lnTo>
                  <a:lnTo>
                    <a:pt x="538934" y="18286"/>
                  </a:lnTo>
                  <a:lnTo>
                    <a:pt x="552317" y="38124"/>
                  </a:lnTo>
                  <a:lnTo>
                    <a:pt x="557226" y="62406"/>
                  </a:lnTo>
                  <a:close/>
                </a:path>
              </a:pathLst>
            </a:custGeom>
            <a:ln w="21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>
            <a:extLst>
              <a:ext uri="{FF2B5EF4-FFF2-40B4-BE49-F238E27FC236}">
                <a16:creationId xmlns:a16="http://schemas.microsoft.com/office/drawing/2014/main" id="{AB14B4CA-CB20-BEED-EDB8-5DF48762F285}"/>
              </a:ext>
            </a:extLst>
          </p:cNvPr>
          <p:cNvSpPr txBox="1"/>
          <p:nvPr/>
        </p:nvSpPr>
        <p:spPr>
          <a:xfrm>
            <a:off x="11002409" y="7676204"/>
            <a:ext cx="166370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spc="-50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798DEFA5-C307-F024-3434-2216CEA76904}"/>
              </a:ext>
            </a:extLst>
          </p:cNvPr>
          <p:cNvSpPr txBox="1"/>
          <p:nvPr/>
        </p:nvSpPr>
        <p:spPr>
          <a:xfrm>
            <a:off x="11000556" y="8393639"/>
            <a:ext cx="166370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spc="-50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B6EB06B-FEDE-62B5-B936-3582A81F266B}"/>
              </a:ext>
            </a:extLst>
          </p:cNvPr>
          <p:cNvSpPr txBox="1"/>
          <p:nvPr/>
        </p:nvSpPr>
        <p:spPr>
          <a:xfrm>
            <a:off x="10858550" y="9989179"/>
            <a:ext cx="447675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spc="-25" dirty="0">
                <a:latin typeface="Arial"/>
                <a:cs typeface="Arial"/>
              </a:rPr>
              <a:t>768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29" name="object 29">
            <a:extLst>
              <a:ext uri="{FF2B5EF4-FFF2-40B4-BE49-F238E27FC236}">
                <a16:creationId xmlns:a16="http://schemas.microsoft.com/office/drawing/2014/main" id="{FA086C84-1184-2BF4-5D63-5B0C17E4D97F}"/>
              </a:ext>
            </a:extLst>
          </p:cNvPr>
          <p:cNvGrpSpPr/>
          <p:nvPr/>
        </p:nvGrpSpPr>
        <p:grpSpPr>
          <a:xfrm>
            <a:off x="12640197" y="6703676"/>
            <a:ext cx="814069" cy="3883025"/>
            <a:chOff x="12640197" y="6703676"/>
            <a:chExt cx="814069" cy="3883025"/>
          </a:xfrm>
        </p:grpSpPr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ECA802F0-601C-8356-6909-7089EBA54C4B}"/>
                </a:ext>
              </a:extLst>
            </p:cNvPr>
            <p:cNvSpPr/>
            <p:nvPr/>
          </p:nvSpPr>
          <p:spPr>
            <a:xfrm>
              <a:off x="12661259" y="6724739"/>
              <a:ext cx="772160" cy="3841115"/>
            </a:xfrm>
            <a:custGeom>
              <a:avLst/>
              <a:gdLst/>
              <a:ahLst/>
              <a:cxnLst/>
              <a:rect l="l" t="t" r="r" b="b"/>
              <a:pathLst>
                <a:path w="772159" h="3841115">
                  <a:moveTo>
                    <a:pt x="698049" y="0"/>
                  </a:moveTo>
                  <a:lnTo>
                    <a:pt x="73844" y="0"/>
                  </a:lnTo>
                  <a:lnTo>
                    <a:pt x="45103" y="5803"/>
                  </a:lnTo>
                  <a:lnTo>
                    <a:pt x="21631" y="21628"/>
                  </a:lnTo>
                  <a:lnTo>
                    <a:pt x="5804" y="45090"/>
                  </a:lnTo>
                  <a:lnTo>
                    <a:pt x="0" y="73810"/>
                  </a:lnTo>
                  <a:lnTo>
                    <a:pt x="0" y="3766901"/>
                  </a:lnTo>
                  <a:lnTo>
                    <a:pt x="5804" y="3795621"/>
                  </a:lnTo>
                  <a:lnTo>
                    <a:pt x="21631" y="3819084"/>
                  </a:lnTo>
                  <a:lnTo>
                    <a:pt x="45103" y="3834909"/>
                  </a:lnTo>
                  <a:lnTo>
                    <a:pt x="73844" y="3840713"/>
                  </a:lnTo>
                  <a:lnTo>
                    <a:pt x="698049" y="3840713"/>
                  </a:lnTo>
                  <a:lnTo>
                    <a:pt x="726766" y="3834909"/>
                  </a:lnTo>
                  <a:lnTo>
                    <a:pt x="750226" y="3819084"/>
                  </a:lnTo>
                  <a:lnTo>
                    <a:pt x="766049" y="3795621"/>
                  </a:lnTo>
                  <a:lnTo>
                    <a:pt x="771852" y="3766901"/>
                  </a:lnTo>
                  <a:lnTo>
                    <a:pt x="771852" y="73810"/>
                  </a:lnTo>
                  <a:lnTo>
                    <a:pt x="766049" y="45090"/>
                  </a:lnTo>
                  <a:lnTo>
                    <a:pt x="750226" y="21628"/>
                  </a:lnTo>
                  <a:lnTo>
                    <a:pt x="726766" y="5803"/>
                  </a:lnTo>
                  <a:lnTo>
                    <a:pt x="698049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BD876898-1974-42B1-8E27-80F0910402A8}"/>
                </a:ext>
              </a:extLst>
            </p:cNvPr>
            <p:cNvSpPr/>
            <p:nvPr/>
          </p:nvSpPr>
          <p:spPr>
            <a:xfrm>
              <a:off x="12661259" y="6724739"/>
              <a:ext cx="772160" cy="3841115"/>
            </a:xfrm>
            <a:custGeom>
              <a:avLst/>
              <a:gdLst/>
              <a:ahLst/>
              <a:cxnLst/>
              <a:rect l="l" t="t" r="r" b="b"/>
              <a:pathLst>
                <a:path w="772159" h="3841115">
                  <a:moveTo>
                    <a:pt x="771852" y="73810"/>
                  </a:moveTo>
                  <a:lnTo>
                    <a:pt x="771852" y="3766901"/>
                  </a:lnTo>
                  <a:lnTo>
                    <a:pt x="766049" y="3795621"/>
                  </a:lnTo>
                  <a:lnTo>
                    <a:pt x="750226" y="3819084"/>
                  </a:lnTo>
                  <a:lnTo>
                    <a:pt x="726766" y="3834909"/>
                  </a:lnTo>
                  <a:lnTo>
                    <a:pt x="698049" y="3840713"/>
                  </a:lnTo>
                  <a:lnTo>
                    <a:pt x="73844" y="3840713"/>
                  </a:lnTo>
                  <a:lnTo>
                    <a:pt x="45103" y="3834909"/>
                  </a:lnTo>
                  <a:lnTo>
                    <a:pt x="21631" y="3819084"/>
                  </a:lnTo>
                  <a:lnTo>
                    <a:pt x="5804" y="3795621"/>
                  </a:lnTo>
                  <a:lnTo>
                    <a:pt x="0" y="3766901"/>
                  </a:lnTo>
                  <a:lnTo>
                    <a:pt x="0" y="73810"/>
                  </a:lnTo>
                  <a:lnTo>
                    <a:pt x="5804" y="45090"/>
                  </a:lnTo>
                  <a:lnTo>
                    <a:pt x="21631" y="21628"/>
                  </a:lnTo>
                  <a:lnTo>
                    <a:pt x="45103" y="5803"/>
                  </a:lnTo>
                  <a:lnTo>
                    <a:pt x="73844" y="0"/>
                  </a:lnTo>
                  <a:lnTo>
                    <a:pt x="698049" y="0"/>
                  </a:lnTo>
                  <a:lnTo>
                    <a:pt x="726766" y="5803"/>
                  </a:lnTo>
                  <a:lnTo>
                    <a:pt x="750226" y="21628"/>
                  </a:lnTo>
                  <a:lnTo>
                    <a:pt x="766049" y="45090"/>
                  </a:lnTo>
                  <a:lnTo>
                    <a:pt x="771852" y="73810"/>
                  </a:lnTo>
                  <a:close/>
                </a:path>
              </a:pathLst>
            </a:custGeom>
            <a:ln w="42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B143F011-7A68-B316-E4DF-D60554055070}"/>
                </a:ext>
              </a:extLst>
            </p:cNvPr>
            <p:cNvSpPr/>
            <p:nvPr/>
          </p:nvSpPr>
          <p:spPr>
            <a:xfrm>
              <a:off x="12786622" y="6892094"/>
              <a:ext cx="521334" cy="456565"/>
            </a:xfrm>
            <a:custGeom>
              <a:avLst/>
              <a:gdLst/>
              <a:ahLst/>
              <a:cxnLst/>
              <a:rect l="l" t="t" r="r" b="b"/>
              <a:pathLst>
                <a:path w="521334" h="456565">
                  <a:moveTo>
                    <a:pt x="452715" y="0"/>
                  </a:moveTo>
                  <a:lnTo>
                    <a:pt x="68410" y="0"/>
                  </a:lnTo>
                  <a:lnTo>
                    <a:pt x="41798" y="5378"/>
                  </a:lnTo>
                  <a:lnTo>
                    <a:pt x="20051" y="20041"/>
                  </a:lnTo>
                  <a:lnTo>
                    <a:pt x="5381" y="41782"/>
                  </a:lnTo>
                  <a:lnTo>
                    <a:pt x="0" y="68395"/>
                  </a:lnTo>
                  <a:lnTo>
                    <a:pt x="0" y="387579"/>
                  </a:lnTo>
                  <a:lnTo>
                    <a:pt x="5381" y="414192"/>
                  </a:lnTo>
                  <a:lnTo>
                    <a:pt x="20051" y="435933"/>
                  </a:lnTo>
                  <a:lnTo>
                    <a:pt x="41798" y="450596"/>
                  </a:lnTo>
                  <a:lnTo>
                    <a:pt x="68410" y="455974"/>
                  </a:lnTo>
                  <a:lnTo>
                    <a:pt x="452715" y="455974"/>
                  </a:lnTo>
                  <a:lnTo>
                    <a:pt x="479327" y="450596"/>
                  </a:lnTo>
                  <a:lnTo>
                    <a:pt x="501074" y="435933"/>
                  </a:lnTo>
                  <a:lnTo>
                    <a:pt x="515744" y="414192"/>
                  </a:lnTo>
                  <a:lnTo>
                    <a:pt x="521125" y="387579"/>
                  </a:lnTo>
                  <a:lnTo>
                    <a:pt x="521125" y="68395"/>
                  </a:lnTo>
                  <a:lnTo>
                    <a:pt x="515744" y="41782"/>
                  </a:lnTo>
                  <a:lnTo>
                    <a:pt x="501074" y="20041"/>
                  </a:lnTo>
                  <a:lnTo>
                    <a:pt x="479327" y="5378"/>
                  </a:lnTo>
                  <a:lnTo>
                    <a:pt x="4527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0B6BC68B-8887-42E0-428F-CDA31649C823}"/>
                </a:ext>
              </a:extLst>
            </p:cNvPr>
            <p:cNvSpPr/>
            <p:nvPr/>
          </p:nvSpPr>
          <p:spPr>
            <a:xfrm>
              <a:off x="12786622" y="6892094"/>
              <a:ext cx="521334" cy="456565"/>
            </a:xfrm>
            <a:custGeom>
              <a:avLst/>
              <a:gdLst/>
              <a:ahLst/>
              <a:cxnLst/>
              <a:rect l="l" t="t" r="r" b="b"/>
              <a:pathLst>
                <a:path w="521334" h="456565">
                  <a:moveTo>
                    <a:pt x="521125" y="68395"/>
                  </a:moveTo>
                  <a:lnTo>
                    <a:pt x="521125" y="387579"/>
                  </a:lnTo>
                  <a:lnTo>
                    <a:pt x="515744" y="414192"/>
                  </a:lnTo>
                  <a:lnTo>
                    <a:pt x="501074" y="435933"/>
                  </a:lnTo>
                  <a:lnTo>
                    <a:pt x="479327" y="450596"/>
                  </a:lnTo>
                  <a:lnTo>
                    <a:pt x="452715" y="455974"/>
                  </a:lnTo>
                  <a:lnTo>
                    <a:pt x="68410" y="455974"/>
                  </a:lnTo>
                  <a:lnTo>
                    <a:pt x="41798" y="450596"/>
                  </a:lnTo>
                  <a:lnTo>
                    <a:pt x="20051" y="435933"/>
                  </a:lnTo>
                  <a:lnTo>
                    <a:pt x="5381" y="414192"/>
                  </a:lnTo>
                  <a:lnTo>
                    <a:pt x="0" y="387579"/>
                  </a:lnTo>
                  <a:lnTo>
                    <a:pt x="0" y="68395"/>
                  </a:lnTo>
                  <a:lnTo>
                    <a:pt x="5381" y="41782"/>
                  </a:lnTo>
                  <a:lnTo>
                    <a:pt x="20051" y="20041"/>
                  </a:lnTo>
                  <a:lnTo>
                    <a:pt x="41798" y="5378"/>
                  </a:lnTo>
                  <a:lnTo>
                    <a:pt x="68410" y="0"/>
                  </a:lnTo>
                  <a:lnTo>
                    <a:pt x="452715" y="0"/>
                  </a:lnTo>
                  <a:lnTo>
                    <a:pt x="479327" y="5378"/>
                  </a:lnTo>
                  <a:lnTo>
                    <a:pt x="501074" y="20041"/>
                  </a:lnTo>
                  <a:lnTo>
                    <a:pt x="515744" y="41782"/>
                  </a:lnTo>
                  <a:lnTo>
                    <a:pt x="521125" y="68395"/>
                  </a:lnTo>
                  <a:close/>
                </a:path>
              </a:pathLst>
            </a:custGeom>
            <a:ln w="21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7DFD59FB-4AB4-84AA-6DE0-37819019446F}"/>
                </a:ext>
              </a:extLst>
            </p:cNvPr>
            <p:cNvSpPr/>
            <p:nvPr/>
          </p:nvSpPr>
          <p:spPr>
            <a:xfrm>
              <a:off x="12786622" y="7627601"/>
              <a:ext cx="521334" cy="456565"/>
            </a:xfrm>
            <a:custGeom>
              <a:avLst/>
              <a:gdLst/>
              <a:ahLst/>
              <a:cxnLst/>
              <a:rect l="l" t="t" r="r" b="b"/>
              <a:pathLst>
                <a:path w="521334" h="456565">
                  <a:moveTo>
                    <a:pt x="452715" y="0"/>
                  </a:moveTo>
                  <a:lnTo>
                    <a:pt x="68410" y="0"/>
                  </a:lnTo>
                  <a:lnTo>
                    <a:pt x="41798" y="5378"/>
                  </a:lnTo>
                  <a:lnTo>
                    <a:pt x="20051" y="20041"/>
                  </a:lnTo>
                  <a:lnTo>
                    <a:pt x="5381" y="41782"/>
                  </a:lnTo>
                  <a:lnTo>
                    <a:pt x="0" y="68395"/>
                  </a:lnTo>
                  <a:lnTo>
                    <a:pt x="0" y="387579"/>
                  </a:lnTo>
                  <a:lnTo>
                    <a:pt x="5381" y="414192"/>
                  </a:lnTo>
                  <a:lnTo>
                    <a:pt x="20051" y="435933"/>
                  </a:lnTo>
                  <a:lnTo>
                    <a:pt x="41798" y="450596"/>
                  </a:lnTo>
                  <a:lnTo>
                    <a:pt x="68410" y="455974"/>
                  </a:lnTo>
                  <a:lnTo>
                    <a:pt x="452715" y="455974"/>
                  </a:lnTo>
                  <a:lnTo>
                    <a:pt x="479327" y="450596"/>
                  </a:lnTo>
                  <a:lnTo>
                    <a:pt x="501074" y="435933"/>
                  </a:lnTo>
                  <a:lnTo>
                    <a:pt x="515744" y="414192"/>
                  </a:lnTo>
                  <a:lnTo>
                    <a:pt x="521125" y="387579"/>
                  </a:lnTo>
                  <a:lnTo>
                    <a:pt x="521125" y="68395"/>
                  </a:lnTo>
                  <a:lnTo>
                    <a:pt x="515744" y="41782"/>
                  </a:lnTo>
                  <a:lnTo>
                    <a:pt x="501074" y="20041"/>
                  </a:lnTo>
                  <a:lnTo>
                    <a:pt x="479327" y="5378"/>
                  </a:lnTo>
                  <a:lnTo>
                    <a:pt x="4527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05635714-5DB8-A5B9-272F-9A772AD52DAD}"/>
                </a:ext>
              </a:extLst>
            </p:cNvPr>
            <p:cNvSpPr/>
            <p:nvPr/>
          </p:nvSpPr>
          <p:spPr>
            <a:xfrm>
              <a:off x="12786622" y="7627601"/>
              <a:ext cx="521334" cy="456565"/>
            </a:xfrm>
            <a:custGeom>
              <a:avLst/>
              <a:gdLst/>
              <a:ahLst/>
              <a:cxnLst/>
              <a:rect l="l" t="t" r="r" b="b"/>
              <a:pathLst>
                <a:path w="521334" h="456565">
                  <a:moveTo>
                    <a:pt x="521125" y="68395"/>
                  </a:moveTo>
                  <a:lnTo>
                    <a:pt x="521125" y="387579"/>
                  </a:lnTo>
                  <a:lnTo>
                    <a:pt x="515744" y="414192"/>
                  </a:lnTo>
                  <a:lnTo>
                    <a:pt x="501074" y="435933"/>
                  </a:lnTo>
                  <a:lnTo>
                    <a:pt x="479327" y="450596"/>
                  </a:lnTo>
                  <a:lnTo>
                    <a:pt x="452715" y="455974"/>
                  </a:lnTo>
                  <a:lnTo>
                    <a:pt x="68410" y="455974"/>
                  </a:lnTo>
                  <a:lnTo>
                    <a:pt x="41798" y="450596"/>
                  </a:lnTo>
                  <a:lnTo>
                    <a:pt x="20051" y="435933"/>
                  </a:lnTo>
                  <a:lnTo>
                    <a:pt x="5381" y="414192"/>
                  </a:lnTo>
                  <a:lnTo>
                    <a:pt x="0" y="387579"/>
                  </a:lnTo>
                  <a:lnTo>
                    <a:pt x="0" y="68395"/>
                  </a:lnTo>
                  <a:lnTo>
                    <a:pt x="5381" y="41782"/>
                  </a:lnTo>
                  <a:lnTo>
                    <a:pt x="20051" y="20041"/>
                  </a:lnTo>
                  <a:lnTo>
                    <a:pt x="41798" y="5378"/>
                  </a:lnTo>
                  <a:lnTo>
                    <a:pt x="68410" y="0"/>
                  </a:lnTo>
                  <a:lnTo>
                    <a:pt x="452715" y="0"/>
                  </a:lnTo>
                  <a:lnTo>
                    <a:pt x="479327" y="5378"/>
                  </a:lnTo>
                  <a:lnTo>
                    <a:pt x="501074" y="20041"/>
                  </a:lnTo>
                  <a:lnTo>
                    <a:pt x="515744" y="41782"/>
                  </a:lnTo>
                  <a:lnTo>
                    <a:pt x="521125" y="68395"/>
                  </a:lnTo>
                  <a:close/>
                </a:path>
              </a:pathLst>
            </a:custGeom>
            <a:ln w="21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610E5D1F-F848-5BA4-57DB-31AB3EB5E9F4}"/>
                </a:ext>
              </a:extLst>
            </p:cNvPr>
            <p:cNvSpPr/>
            <p:nvPr/>
          </p:nvSpPr>
          <p:spPr>
            <a:xfrm>
              <a:off x="12786622" y="8346637"/>
              <a:ext cx="521334" cy="456565"/>
            </a:xfrm>
            <a:custGeom>
              <a:avLst/>
              <a:gdLst/>
              <a:ahLst/>
              <a:cxnLst/>
              <a:rect l="l" t="t" r="r" b="b"/>
              <a:pathLst>
                <a:path w="521334" h="456565">
                  <a:moveTo>
                    <a:pt x="452715" y="0"/>
                  </a:moveTo>
                  <a:lnTo>
                    <a:pt x="68410" y="0"/>
                  </a:lnTo>
                  <a:lnTo>
                    <a:pt x="41798" y="5378"/>
                  </a:lnTo>
                  <a:lnTo>
                    <a:pt x="20051" y="20043"/>
                  </a:lnTo>
                  <a:lnTo>
                    <a:pt x="5381" y="41786"/>
                  </a:lnTo>
                  <a:lnTo>
                    <a:pt x="0" y="68399"/>
                  </a:lnTo>
                  <a:lnTo>
                    <a:pt x="0" y="387579"/>
                  </a:lnTo>
                  <a:lnTo>
                    <a:pt x="5381" y="414192"/>
                  </a:lnTo>
                  <a:lnTo>
                    <a:pt x="20051" y="435935"/>
                  </a:lnTo>
                  <a:lnTo>
                    <a:pt x="41798" y="450600"/>
                  </a:lnTo>
                  <a:lnTo>
                    <a:pt x="68410" y="455979"/>
                  </a:lnTo>
                  <a:lnTo>
                    <a:pt x="452715" y="455979"/>
                  </a:lnTo>
                  <a:lnTo>
                    <a:pt x="479327" y="450600"/>
                  </a:lnTo>
                  <a:lnTo>
                    <a:pt x="501074" y="435935"/>
                  </a:lnTo>
                  <a:lnTo>
                    <a:pt x="515744" y="414192"/>
                  </a:lnTo>
                  <a:lnTo>
                    <a:pt x="521125" y="387579"/>
                  </a:lnTo>
                  <a:lnTo>
                    <a:pt x="521125" y="68399"/>
                  </a:lnTo>
                  <a:lnTo>
                    <a:pt x="515744" y="41786"/>
                  </a:lnTo>
                  <a:lnTo>
                    <a:pt x="501074" y="20043"/>
                  </a:lnTo>
                  <a:lnTo>
                    <a:pt x="479327" y="5378"/>
                  </a:lnTo>
                  <a:lnTo>
                    <a:pt x="4527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C1BB7BA9-A8D7-4D7A-9C53-D36B43CCE794}"/>
                </a:ext>
              </a:extLst>
            </p:cNvPr>
            <p:cNvSpPr/>
            <p:nvPr/>
          </p:nvSpPr>
          <p:spPr>
            <a:xfrm>
              <a:off x="12786622" y="8346637"/>
              <a:ext cx="521334" cy="456565"/>
            </a:xfrm>
            <a:custGeom>
              <a:avLst/>
              <a:gdLst/>
              <a:ahLst/>
              <a:cxnLst/>
              <a:rect l="l" t="t" r="r" b="b"/>
              <a:pathLst>
                <a:path w="521334" h="456565">
                  <a:moveTo>
                    <a:pt x="521125" y="68399"/>
                  </a:moveTo>
                  <a:lnTo>
                    <a:pt x="521125" y="387579"/>
                  </a:lnTo>
                  <a:lnTo>
                    <a:pt x="515744" y="414192"/>
                  </a:lnTo>
                  <a:lnTo>
                    <a:pt x="501074" y="435935"/>
                  </a:lnTo>
                  <a:lnTo>
                    <a:pt x="479327" y="450600"/>
                  </a:lnTo>
                  <a:lnTo>
                    <a:pt x="452715" y="455979"/>
                  </a:lnTo>
                  <a:lnTo>
                    <a:pt x="68410" y="455979"/>
                  </a:lnTo>
                  <a:lnTo>
                    <a:pt x="41798" y="450600"/>
                  </a:lnTo>
                  <a:lnTo>
                    <a:pt x="20051" y="435935"/>
                  </a:lnTo>
                  <a:lnTo>
                    <a:pt x="5381" y="414192"/>
                  </a:lnTo>
                  <a:lnTo>
                    <a:pt x="0" y="387579"/>
                  </a:lnTo>
                  <a:lnTo>
                    <a:pt x="0" y="68399"/>
                  </a:lnTo>
                  <a:lnTo>
                    <a:pt x="5381" y="41786"/>
                  </a:lnTo>
                  <a:lnTo>
                    <a:pt x="20051" y="20043"/>
                  </a:lnTo>
                  <a:lnTo>
                    <a:pt x="41798" y="5378"/>
                  </a:lnTo>
                  <a:lnTo>
                    <a:pt x="68410" y="0"/>
                  </a:lnTo>
                  <a:lnTo>
                    <a:pt x="452715" y="0"/>
                  </a:lnTo>
                  <a:lnTo>
                    <a:pt x="479327" y="5378"/>
                  </a:lnTo>
                  <a:lnTo>
                    <a:pt x="501074" y="20043"/>
                  </a:lnTo>
                  <a:lnTo>
                    <a:pt x="515744" y="41786"/>
                  </a:lnTo>
                  <a:lnTo>
                    <a:pt x="521125" y="68399"/>
                  </a:lnTo>
                  <a:close/>
                </a:path>
              </a:pathLst>
            </a:custGeom>
            <a:ln w="21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D3C6133E-9AFA-2411-F214-D0F1C8DBD800}"/>
                </a:ext>
              </a:extLst>
            </p:cNvPr>
            <p:cNvSpPr/>
            <p:nvPr/>
          </p:nvSpPr>
          <p:spPr>
            <a:xfrm>
              <a:off x="12786622" y="9942117"/>
              <a:ext cx="521334" cy="456565"/>
            </a:xfrm>
            <a:custGeom>
              <a:avLst/>
              <a:gdLst/>
              <a:ahLst/>
              <a:cxnLst/>
              <a:rect l="l" t="t" r="r" b="b"/>
              <a:pathLst>
                <a:path w="521334" h="456565">
                  <a:moveTo>
                    <a:pt x="452715" y="0"/>
                  </a:moveTo>
                  <a:lnTo>
                    <a:pt x="68410" y="0"/>
                  </a:lnTo>
                  <a:lnTo>
                    <a:pt x="41798" y="5378"/>
                  </a:lnTo>
                  <a:lnTo>
                    <a:pt x="20051" y="20043"/>
                  </a:lnTo>
                  <a:lnTo>
                    <a:pt x="5381" y="41786"/>
                  </a:lnTo>
                  <a:lnTo>
                    <a:pt x="0" y="68399"/>
                  </a:lnTo>
                  <a:lnTo>
                    <a:pt x="0" y="387579"/>
                  </a:lnTo>
                  <a:lnTo>
                    <a:pt x="5381" y="414192"/>
                  </a:lnTo>
                  <a:lnTo>
                    <a:pt x="20051" y="435935"/>
                  </a:lnTo>
                  <a:lnTo>
                    <a:pt x="41798" y="450600"/>
                  </a:lnTo>
                  <a:lnTo>
                    <a:pt x="68410" y="455979"/>
                  </a:lnTo>
                  <a:lnTo>
                    <a:pt x="452715" y="455979"/>
                  </a:lnTo>
                  <a:lnTo>
                    <a:pt x="479327" y="450600"/>
                  </a:lnTo>
                  <a:lnTo>
                    <a:pt x="501074" y="435935"/>
                  </a:lnTo>
                  <a:lnTo>
                    <a:pt x="515744" y="414192"/>
                  </a:lnTo>
                  <a:lnTo>
                    <a:pt x="521125" y="387579"/>
                  </a:lnTo>
                  <a:lnTo>
                    <a:pt x="521125" y="68399"/>
                  </a:lnTo>
                  <a:lnTo>
                    <a:pt x="515744" y="41786"/>
                  </a:lnTo>
                  <a:lnTo>
                    <a:pt x="501074" y="20043"/>
                  </a:lnTo>
                  <a:lnTo>
                    <a:pt x="479327" y="5378"/>
                  </a:lnTo>
                  <a:lnTo>
                    <a:pt x="4527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24FC9F6D-B455-8B0E-3828-A49156C20CDB}"/>
                </a:ext>
              </a:extLst>
            </p:cNvPr>
            <p:cNvSpPr/>
            <p:nvPr/>
          </p:nvSpPr>
          <p:spPr>
            <a:xfrm>
              <a:off x="12786622" y="9942117"/>
              <a:ext cx="521334" cy="456565"/>
            </a:xfrm>
            <a:custGeom>
              <a:avLst/>
              <a:gdLst/>
              <a:ahLst/>
              <a:cxnLst/>
              <a:rect l="l" t="t" r="r" b="b"/>
              <a:pathLst>
                <a:path w="521334" h="456565">
                  <a:moveTo>
                    <a:pt x="521125" y="68399"/>
                  </a:moveTo>
                  <a:lnTo>
                    <a:pt x="521125" y="387579"/>
                  </a:lnTo>
                  <a:lnTo>
                    <a:pt x="515744" y="414192"/>
                  </a:lnTo>
                  <a:lnTo>
                    <a:pt x="501074" y="435935"/>
                  </a:lnTo>
                  <a:lnTo>
                    <a:pt x="479327" y="450600"/>
                  </a:lnTo>
                  <a:lnTo>
                    <a:pt x="452715" y="455979"/>
                  </a:lnTo>
                  <a:lnTo>
                    <a:pt x="68410" y="455979"/>
                  </a:lnTo>
                  <a:lnTo>
                    <a:pt x="41798" y="450600"/>
                  </a:lnTo>
                  <a:lnTo>
                    <a:pt x="20051" y="435935"/>
                  </a:lnTo>
                  <a:lnTo>
                    <a:pt x="5381" y="414192"/>
                  </a:lnTo>
                  <a:lnTo>
                    <a:pt x="0" y="387579"/>
                  </a:lnTo>
                  <a:lnTo>
                    <a:pt x="0" y="68399"/>
                  </a:lnTo>
                  <a:lnTo>
                    <a:pt x="5381" y="41786"/>
                  </a:lnTo>
                  <a:lnTo>
                    <a:pt x="20051" y="20043"/>
                  </a:lnTo>
                  <a:lnTo>
                    <a:pt x="41798" y="5378"/>
                  </a:lnTo>
                  <a:lnTo>
                    <a:pt x="68410" y="0"/>
                  </a:lnTo>
                  <a:lnTo>
                    <a:pt x="452715" y="0"/>
                  </a:lnTo>
                  <a:lnTo>
                    <a:pt x="479327" y="5378"/>
                  </a:lnTo>
                  <a:lnTo>
                    <a:pt x="501074" y="20043"/>
                  </a:lnTo>
                  <a:lnTo>
                    <a:pt x="515744" y="41786"/>
                  </a:lnTo>
                  <a:lnTo>
                    <a:pt x="521125" y="68399"/>
                  </a:lnTo>
                  <a:close/>
                </a:path>
              </a:pathLst>
            </a:custGeom>
            <a:ln w="21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>
            <a:extLst>
              <a:ext uri="{FF2B5EF4-FFF2-40B4-BE49-F238E27FC236}">
                <a16:creationId xmlns:a16="http://schemas.microsoft.com/office/drawing/2014/main" id="{1465007C-B077-3BBC-EB14-87F04F503758}"/>
              </a:ext>
            </a:extLst>
          </p:cNvPr>
          <p:cNvSpPr txBox="1"/>
          <p:nvPr/>
        </p:nvSpPr>
        <p:spPr>
          <a:xfrm>
            <a:off x="12862679" y="6159473"/>
            <a:ext cx="405765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650" i="1" spc="-25" dirty="0">
                <a:latin typeface="Arial"/>
                <a:cs typeface="Arial"/>
              </a:rPr>
              <a:t>e</a:t>
            </a:r>
            <a:r>
              <a:rPr sz="2325" i="1" spc="-37" baseline="-32258" dirty="0">
                <a:latin typeface="Arial"/>
                <a:cs typeface="Arial"/>
              </a:rPr>
              <a:t>w</a:t>
            </a:r>
            <a:endParaRPr sz="2325" baseline="-32258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85"/>
              </a:spcBef>
            </a:pPr>
            <a:endParaRPr sz="155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</a:pPr>
            <a:r>
              <a:rPr sz="1950" spc="-50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FBB31133-7651-7900-E46C-33E86511AA63}"/>
              </a:ext>
            </a:extLst>
          </p:cNvPr>
          <p:cNvSpPr txBox="1"/>
          <p:nvPr/>
        </p:nvSpPr>
        <p:spPr>
          <a:xfrm>
            <a:off x="12968412" y="7696417"/>
            <a:ext cx="166370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spc="-50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EA1B1BFF-44DC-8BDD-0885-0A0DF687BD7B}"/>
              </a:ext>
            </a:extLst>
          </p:cNvPr>
          <p:cNvSpPr txBox="1"/>
          <p:nvPr/>
        </p:nvSpPr>
        <p:spPr>
          <a:xfrm>
            <a:off x="12966559" y="8413853"/>
            <a:ext cx="166370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spc="-50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46938341-26F6-ECBF-F37D-A2E8788262D4}"/>
              </a:ext>
            </a:extLst>
          </p:cNvPr>
          <p:cNvSpPr txBox="1"/>
          <p:nvPr/>
        </p:nvSpPr>
        <p:spPr>
          <a:xfrm>
            <a:off x="12824552" y="10009393"/>
            <a:ext cx="447675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spc="-25" dirty="0">
                <a:latin typeface="Arial"/>
                <a:cs typeface="Arial"/>
              </a:rPr>
              <a:t>768</a:t>
            </a:r>
            <a:endParaRPr sz="1950">
              <a:latin typeface="Arial"/>
              <a:cs typeface="Arial"/>
            </a:endParaRPr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19272AA9-8CCC-50FC-0F2D-85FED7FD6A5B}"/>
              </a:ext>
            </a:extLst>
          </p:cNvPr>
          <p:cNvSpPr txBox="1"/>
          <p:nvPr/>
        </p:nvSpPr>
        <p:spPr>
          <a:xfrm>
            <a:off x="10814114" y="6163010"/>
            <a:ext cx="429259" cy="1106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650" i="1" spc="-25" dirty="0">
                <a:latin typeface="Arial"/>
                <a:cs typeface="Arial"/>
              </a:rPr>
              <a:t>H</a:t>
            </a:r>
            <a:r>
              <a:rPr sz="2325" i="1" spc="-37" baseline="-32258" dirty="0">
                <a:latin typeface="Arial"/>
                <a:cs typeface="Arial"/>
              </a:rPr>
              <a:t>8</a:t>
            </a:r>
            <a:endParaRPr sz="2325" baseline="-32258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550">
              <a:latin typeface="Arial"/>
              <a:cs typeface="Arial"/>
            </a:endParaRPr>
          </a:p>
          <a:p>
            <a:pPr marL="207645">
              <a:lnSpc>
                <a:spcPct val="100000"/>
              </a:lnSpc>
            </a:pPr>
            <a:r>
              <a:rPr sz="1950" spc="-50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45" name="object 45">
            <a:extLst>
              <a:ext uri="{FF2B5EF4-FFF2-40B4-BE49-F238E27FC236}">
                <a16:creationId xmlns:a16="http://schemas.microsoft.com/office/drawing/2014/main" id="{831ED889-C5C1-142C-16F8-26D3A027813A}"/>
              </a:ext>
            </a:extLst>
          </p:cNvPr>
          <p:cNvGrpSpPr/>
          <p:nvPr/>
        </p:nvGrpSpPr>
        <p:grpSpPr>
          <a:xfrm>
            <a:off x="11816195" y="8218483"/>
            <a:ext cx="462280" cy="461645"/>
            <a:chOff x="11816195" y="8218483"/>
            <a:chExt cx="462280" cy="461645"/>
          </a:xfrm>
        </p:grpSpPr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F7BF94ED-4B6D-ECED-F790-7AC7847D515C}"/>
                </a:ext>
              </a:extLst>
            </p:cNvPr>
            <p:cNvSpPr/>
            <p:nvPr/>
          </p:nvSpPr>
          <p:spPr>
            <a:xfrm>
              <a:off x="11837251" y="8239539"/>
              <a:ext cx="419734" cy="419734"/>
            </a:xfrm>
            <a:custGeom>
              <a:avLst/>
              <a:gdLst/>
              <a:ahLst/>
              <a:cxnLst/>
              <a:rect l="l" t="t" r="r" b="b"/>
              <a:pathLst>
                <a:path w="419734" h="419734">
                  <a:moveTo>
                    <a:pt x="267625" y="0"/>
                  </a:moveTo>
                  <a:lnTo>
                    <a:pt x="151995" y="0"/>
                  </a:lnTo>
                  <a:lnTo>
                    <a:pt x="103981" y="7751"/>
                  </a:lnTo>
                  <a:lnTo>
                    <a:pt x="62260" y="29330"/>
                  </a:lnTo>
                  <a:lnTo>
                    <a:pt x="29347" y="62228"/>
                  </a:lnTo>
                  <a:lnTo>
                    <a:pt x="7755" y="103932"/>
                  </a:lnTo>
                  <a:lnTo>
                    <a:pt x="0" y="151933"/>
                  </a:lnTo>
                  <a:lnTo>
                    <a:pt x="0" y="267512"/>
                  </a:lnTo>
                  <a:lnTo>
                    <a:pt x="7755" y="315513"/>
                  </a:lnTo>
                  <a:lnTo>
                    <a:pt x="29347" y="357217"/>
                  </a:lnTo>
                  <a:lnTo>
                    <a:pt x="62260" y="390113"/>
                  </a:lnTo>
                  <a:lnTo>
                    <a:pt x="103981" y="411692"/>
                  </a:lnTo>
                  <a:lnTo>
                    <a:pt x="151995" y="419442"/>
                  </a:lnTo>
                  <a:lnTo>
                    <a:pt x="267625" y="419442"/>
                  </a:lnTo>
                  <a:lnTo>
                    <a:pt x="315634" y="411692"/>
                  </a:lnTo>
                  <a:lnTo>
                    <a:pt x="357341" y="390113"/>
                  </a:lnTo>
                  <a:lnTo>
                    <a:pt x="390239" y="357217"/>
                  </a:lnTo>
                  <a:lnTo>
                    <a:pt x="411817" y="315513"/>
                  </a:lnTo>
                  <a:lnTo>
                    <a:pt x="419568" y="267512"/>
                  </a:lnTo>
                  <a:lnTo>
                    <a:pt x="419568" y="151933"/>
                  </a:lnTo>
                  <a:lnTo>
                    <a:pt x="411817" y="103932"/>
                  </a:lnTo>
                  <a:lnTo>
                    <a:pt x="390239" y="62228"/>
                  </a:lnTo>
                  <a:lnTo>
                    <a:pt x="357341" y="29330"/>
                  </a:lnTo>
                  <a:lnTo>
                    <a:pt x="315634" y="7751"/>
                  </a:lnTo>
                  <a:lnTo>
                    <a:pt x="267625" y="0"/>
                  </a:lnTo>
                  <a:close/>
                </a:path>
              </a:pathLst>
            </a:custGeom>
            <a:solidFill>
              <a:srgbClr val="9AFF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66D3E265-B4DF-EF71-3C45-199E689337E2}"/>
                </a:ext>
              </a:extLst>
            </p:cNvPr>
            <p:cNvSpPr/>
            <p:nvPr/>
          </p:nvSpPr>
          <p:spPr>
            <a:xfrm>
              <a:off x="11816195" y="8218483"/>
              <a:ext cx="462280" cy="461645"/>
            </a:xfrm>
            <a:custGeom>
              <a:avLst/>
              <a:gdLst/>
              <a:ahLst/>
              <a:cxnLst/>
              <a:rect l="l" t="t" r="r" b="b"/>
              <a:pathLst>
                <a:path w="462279" h="461645">
                  <a:moveTo>
                    <a:pt x="288682" y="0"/>
                  </a:moveTo>
                  <a:lnTo>
                    <a:pt x="173052" y="0"/>
                  </a:lnTo>
                  <a:lnTo>
                    <a:pt x="127072" y="6183"/>
                  </a:lnTo>
                  <a:lnTo>
                    <a:pt x="85740" y="23631"/>
                  </a:lnTo>
                  <a:lnTo>
                    <a:pt x="50711" y="50690"/>
                  </a:lnTo>
                  <a:lnTo>
                    <a:pt x="23642" y="85705"/>
                  </a:lnTo>
                  <a:lnTo>
                    <a:pt x="6186" y="127023"/>
                  </a:lnTo>
                  <a:lnTo>
                    <a:pt x="0" y="172989"/>
                  </a:lnTo>
                  <a:lnTo>
                    <a:pt x="0" y="288568"/>
                  </a:lnTo>
                  <a:lnTo>
                    <a:pt x="6186" y="334532"/>
                  </a:lnTo>
                  <a:lnTo>
                    <a:pt x="23642" y="375849"/>
                  </a:lnTo>
                  <a:lnTo>
                    <a:pt x="50711" y="410863"/>
                  </a:lnTo>
                  <a:lnTo>
                    <a:pt x="85740" y="437922"/>
                  </a:lnTo>
                  <a:lnTo>
                    <a:pt x="127072" y="455370"/>
                  </a:lnTo>
                  <a:lnTo>
                    <a:pt x="173052" y="461554"/>
                  </a:lnTo>
                  <a:lnTo>
                    <a:pt x="288682" y="461554"/>
                  </a:lnTo>
                  <a:lnTo>
                    <a:pt x="334654" y="455370"/>
                  </a:lnTo>
                  <a:lnTo>
                    <a:pt x="369875" y="440498"/>
                  </a:lnTo>
                  <a:lnTo>
                    <a:pt x="173052" y="440498"/>
                  </a:lnTo>
                  <a:lnTo>
                    <a:pt x="125038" y="432747"/>
                  </a:lnTo>
                  <a:lnTo>
                    <a:pt x="83317" y="411169"/>
                  </a:lnTo>
                  <a:lnTo>
                    <a:pt x="50404" y="378273"/>
                  </a:lnTo>
                  <a:lnTo>
                    <a:pt x="28812" y="336569"/>
                  </a:lnTo>
                  <a:lnTo>
                    <a:pt x="21056" y="288568"/>
                  </a:lnTo>
                  <a:lnTo>
                    <a:pt x="21056" y="172989"/>
                  </a:lnTo>
                  <a:lnTo>
                    <a:pt x="28812" y="124988"/>
                  </a:lnTo>
                  <a:lnTo>
                    <a:pt x="50404" y="83283"/>
                  </a:lnTo>
                  <a:lnTo>
                    <a:pt x="83317" y="50386"/>
                  </a:lnTo>
                  <a:lnTo>
                    <a:pt x="125038" y="28807"/>
                  </a:lnTo>
                  <a:lnTo>
                    <a:pt x="173052" y="21055"/>
                  </a:lnTo>
                  <a:lnTo>
                    <a:pt x="369875" y="21055"/>
                  </a:lnTo>
                  <a:lnTo>
                    <a:pt x="334654" y="6183"/>
                  </a:lnTo>
                  <a:lnTo>
                    <a:pt x="288682" y="0"/>
                  </a:lnTo>
                  <a:close/>
                </a:path>
                <a:path w="462279" h="461645">
                  <a:moveTo>
                    <a:pt x="369875" y="21055"/>
                  </a:moveTo>
                  <a:lnTo>
                    <a:pt x="288682" y="21055"/>
                  </a:lnTo>
                  <a:lnTo>
                    <a:pt x="336691" y="28807"/>
                  </a:lnTo>
                  <a:lnTo>
                    <a:pt x="378398" y="50386"/>
                  </a:lnTo>
                  <a:lnTo>
                    <a:pt x="411296" y="83283"/>
                  </a:lnTo>
                  <a:lnTo>
                    <a:pt x="432874" y="124988"/>
                  </a:lnTo>
                  <a:lnTo>
                    <a:pt x="440625" y="172989"/>
                  </a:lnTo>
                  <a:lnTo>
                    <a:pt x="440625" y="288568"/>
                  </a:lnTo>
                  <a:lnTo>
                    <a:pt x="432874" y="336569"/>
                  </a:lnTo>
                  <a:lnTo>
                    <a:pt x="411296" y="378273"/>
                  </a:lnTo>
                  <a:lnTo>
                    <a:pt x="378398" y="411169"/>
                  </a:lnTo>
                  <a:lnTo>
                    <a:pt x="336691" y="432747"/>
                  </a:lnTo>
                  <a:lnTo>
                    <a:pt x="288682" y="440498"/>
                  </a:lnTo>
                  <a:lnTo>
                    <a:pt x="369875" y="440498"/>
                  </a:lnTo>
                  <a:lnTo>
                    <a:pt x="410992" y="410863"/>
                  </a:lnTo>
                  <a:lnTo>
                    <a:pt x="438051" y="375849"/>
                  </a:lnTo>
                  <a:lnTo>
                    <a:pt x="455499" y="334532"/>
                  </a:lnTo>
                  <a:lnTo>
                    <a:pt x="461682" y="288568"/>
                  </a:lnTo>
                  <a:lnTo>
                    <a:pt x="461682" y="172989"/>
                  </a:lnTo>
                  <a:lnTo>
                    <a:pt x="455499" y="127023"/>
                  </a:lnTo>
                  <a:lnTo>
                    <a:pt x="438051" y="85705"/>
                  </a:lnTo>
                  <a:lnTo>
                    <a:pt x="410992" y="50690"/>
                  </a:lnTo>
                  <a:lnTo>
                    <a:pt x="375976" y="23631"/>
                  </a:lnTo>
                  <a:lnTo>
                    <a:pt x="369875" y="210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>
            <a:extLst>
              <a:ext uri="{FF2B5EF4-FFF2-40B4-BE49-F238E27FC236}">
                <a16:creationId xmlns:a16="http://schemas.microsoft.com/office/drawing/2014/main" id="{4C013E6A-ACF6-C5DF-D79C-48204FE09864}"/>
              </a:ext>
            </a:extLst>
          </p:cNvPr>
          <p:cNvSpPr txBox="1"/>
          <p:nvPr/>
        </p:nvSpPr>
        <p:spPr>
          <a:xfrm>
            <a:off x="11882518" y="8179162"/>
            <a:ext cx="326390" cy="499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00" spc="-50" dirty="0">
                <a:solidFill>
                  <a:srgbClr val="050A1E"/>
                </a:solidFill>
                <a:latin typeface="Arial"/>
                <a:cs typeface="Arial"/>
              </a:rPr>
              <a:t>Ø</a:t>
            </a:r>
            <a:endParaRPr sz="3100">
              <a:latin typeface="Arial"/>
              <a:cs typeface="Arial"/>
            </a:endParaRPr>
          </a:p>
        </p:txBody>
      </p:sp>
      <p:grpSp>
        <p:nvGrpSpPr>
          <p:cNvPr id="49" name="object 49">
            <a:extLst>
              <a:ext uri="{FF2B5EF4-FFF2-40B4-BE49-F238E27FC236}">
                <a16:creationId xmlns:a16="http://schemas.microsoft.com/office/drawing/2014/main" id="{F1536A6B-A263-60A0-2FFB-40279DD9A847}"/>
              </a:ext>
            </a:extLst>
          </p:cNvPr>
          <p:cNvGrpSpPr/>
          <p:nvPr/>
        </p:nvGrpSpPr>
        <p:grpSpPr>
          <a:xfrm>
            <a:off x="11614418" y="8623451"/>
            <a:ext cx="963294" cy="276225"/>
            <a:chOff x="11614418" y="8623451"/>
            <a:chExt cx="963294" cy="276225"/>
          </a:xfrm>
        </p:grpSpPr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BE481C07-0366-AEEE-30AE-B192A3D53EAC}"/>
                </a:ext>
              </a:extLst>
            </p:cNvPr>
            <p:cNvSpPr/>
            <p:nvPr/>
          </p:nvSpPr>
          <p:spPr>
            <a:xfrm>
              <a:off x="11624947" y="8633980"/>
              <a:ext cx="942340" cy="255270"/>
            </a:xfrm>
            <a:custGeom>
              <a:avLst/>
              <a:gdLst/>
              <a:ahLst/>
              <a:cxnLst/>
              <a:rect l="l" t="t" r="r" b="b"/>
              <a:pathLst>
                <a:path w="942340" h="255270">
                  <a:moveTo>
                    <a:pt x="814524" y="0"/>
                  </a:moveTo>
                  <a:lnTo>
                    <a:pt x="814524" y="82869"/>
                  </a:lnTo>
                  <a:lnTo>
                    <a:pt x="0" y="82869"/>
                  </a:lnTo>
                  <a:lnTo>
                    <a:pt x="0" y="172118"/>
                  </a:lnTo>
                  <a:lnTo>
                    <a:pt x="814524" y="172118"/>
                  </a:lnTo>
                  <a:lnTo>
                    <a:pt x="814524" y="254988"/>
                  </a:lnTo>
                  <a:lnTo>
                    <a:pt x="942036" y="127491"/>
                  </a:lnTo>
                  <a:lnTo>
                    <a:pt x="8145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51FEF20D-8324-48AA-090A-08E1E6A7D916}"/>
                </a:ext>
              </a:extLst>
            </p:cNvPr>
            <p:cNvSpPr/>
            <p:nvPr/>
          </p:nvSpPr>
          <p:spPr>
            <a:xfrm>
              <a:off x="11624947" y="8633980"/>
              <a:ext cx="942340" cy="255270"/>
            </a:xfrm>
            <a:custGeom>
              <a:avLst/>
              <a:gdLst/>
              <a:ahLst/>
              <a:cxnLst/>
              <a:rect l="l" t="t" r="r" b="b"/>
              <a:pathLst>
                <a:path w="942340" h="255270">
                  <a:moveTo>
                    <a:pt x="0" y="172118"/>
                  </a:moveTo>
                  <a:lnTo>
                    <a:pt x="0" y="82869"/>
                  </a:lnTo>
                  <a:lnTo>
                    <a:pt x="814524" y="82869"/>
                  </a:lnTo>
                  <a:lnTo>
                    <a:pt x="814524" y="0"/>
                  </a:lnTo>
                  <a:lnTo>
                    <a:pt x="942036" y="127491"/>
                  </a:lnTo>
                  <a:lnTo>
                    <a:pt x="814524" y="254988"/>
                  </a:lnTo>
                  <a:lnTo>
                    <a:pt x="814524" y="172118"/>
                  </a:lnTo>
                  <a:lnTo>
                    <a:pt x="0" y="172118"/>
                  </a:lnTo>
                  <a:close/>
                </a:path>
              </a:pathLst>
            </a:custGeom>
            <a:ln w="21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>
            <a:extLst>
              <a:ext uri="{FF2B5EF4-FFF2-40B4-BE49-F238E27FC236}">
                <a16:creationId xmlns:a16="http://schemas.microsoft.com/office/drawing/2014/main" id="{66F71232-7B73-BE24-727B-D33742FBB88E}"/>
              </a:ext>
            </a:extLst>
          </p:cNvPr>
          <p:cNvGrpSpPr/>
          <p:nvPr/>
        </p:nvGrpSpPr>
        <p:grpSpPr>
          <a:xfrm>
            <a:off x="6599881" y="6794429"/>
            <a:ext cx="2671445" cy="3661410"/>
            <a:chOff x="6599881" y="6794429"/>
            <a:chExt cx="2671445" cy="3661410"/>
          </a:xfrm>
        </p:grpSpPr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5F54B854-B649-5566-6038-724FE89AA4C1}"/>
                </a:ext>
              </a:extLst>
            </p:cNvPr>
            <p:cNvSpPr/>
            <p:nvPr/>
          </p:nvSpPr>
          <p:spPr>
            <a:xfrm>
              <a:off x="6621154" y="6815701"/>
              <a:ext cx="2628900" cy="3618865"/>
            </a:xfrm>
            <a:custGeom>
              <a:avLst/>
              <a:gdLst/>
              <a:ahLst/>
              <a:cxnLst/>
              <a:rect l="l" t="t" r="r" b="b"/>
              <a:pathLst>
                <a:path w="2628900" h="3618865">
                  <a:moveTo>
                    <a:pt x="2365728" y="0"/>
                  </a:moveTo>
                  <a:lnTo>
                    <a:pt x="262858" y="0"/>
                  </a:lnTo>
                  <a:lnTo>
                    <a:pt x="215634" y="4236"/>
                  </a:lnTo>
                  <a:lnTo>
                    <a:pt x="171177" y="16451"/>
                  </a:lnTo>
                  <a:lnTo>
                    <a:pt x="130231" y="35898"/>
                  </a:lnTo>
                  <a:lnTo>
                    <a:pt x="93541" y="61834"/>
                  </a:lnTo>
                  <a:lnTo>
                    <a:pt x="61852" y="93514"/>
                  </a:lnTo>
                  <a:lnTo>
                    <a:pt x="35909" y="130193"/>
                  </a:lnTo>
                  <a:lnTo>
                    <a:pt x="16456" y="171127"/>
                  </a:lnTo>
                  <a:lnTo>
                    <a:pt x="4238" y="215572"/>
                  </a:lnTo>
                  <a:lnTo>
                    <a:pt x="0" y="262783"/>
                  </a:lnTo>
                  <a:lnTo>
                    <a:pt x="0" y="3355538"/>
                  </a:lnTo>
                  <a:lnTo>
                    <a:pt x="4238" y="3402747"/>
                  </a:lnTo>
                  <a:lnTo>
                    <a:pt x="16456" y="3447191"/>
                  </a:lnTo>
                  <a:lnTo>
                    <a:pt x="35909" y="3488125"/>
                  </a:lnTo>
                  <a:lnTo>
                    <a:pt x="61852" y="3524804"/>
                  </a:lnTo>
                  <a:lnTo>
                    <a:pt x="93541" y="3556485"/>
                  </a:lnTo>
                  <a:lnTo>
                    <a:pt x="130231" y="3582421"/>
                  </a:lnTo>
                  <a:lnTo>
                    <a:pt x="171177" y="3601869"/>
                  </a:lnTo>
                  <a:lnTo>
                    <a:pt x="215634" y="3614084"/>
                  </a:lnTo>
                  <a:lnTo>
                    <a:pt x="262858" y="3618321"/>
                  </a:lnTo>
                  <a:lnTo>
                    <a:pt x="2365728" y="3618321"/>
                  </a:lnTo>
                  <a:lnTo>
                    <a:pt x="2412951" y="3614084"/>
                  </a:lnTo>
                  <a:lnTo>
                    <a:pt x="2457408" y="3601869"/>
                  </a:lnTo>
                  <a:lnTo>
                    <a:pt x="2498353" y="3582421"/>
                  </a:lnTo>
                  <a:lnTo>
                    <a:pt x="2535043" y="3556485"/>
                  </a:lnTo>
                  <a:lnTo>
                    <a:pt x="2566733" y="3524804"/>
                  </a:lnTo>
                  <a:lnTo>
                    <a:pt x="2592676" y="3488125"/>
                  </a:lnTo>
                  <a:lnTo>
                    <a:pt x="2612130" y="3447191"/>
                  </a:lnTo>
                  <a:lnTo>
                    <a:pt x="2624348" y="3402747"/>
                  </a:lnTo>
                  <a:lnTo>
                    <a:pt x="2628586" y="3355538"/>
                  </a:lnTo>
                  <a:lnTo>
                    <a:pt x="2628586" y="262783"/>
                  </a:lnTo>
                  <a:lnTo>
                    <a:pt x="2624348" y="215572"/>
                  </a:lnTo>
                  <a:lnTo>
                    <a:pt x="2612130" y="171127"/>
                  </a:lnTo>
                  <a:lnTo>
                    <a:pt x="2592676" y="130193"/>
                  </a:lnTo>
                  <a:lnTo>
                    <a:pt x="2566733" y="93514"/>
                  </a:lnTo>
                  <a:lnTo>
                    <a:pt x="2535043" y="61834"/>
                  </a:lnTo>
                  <a:lnTo>
                    <a:pt x="2498353" y="35898"/>
                  </a:lnTo>
                  <a:lnTo>
                    <a:pt x="2457408" y="16451"/>
                  </a:lnTo>
                  <a:lnTo>
                    <a:pt x="2412951" y="4236"/>
                  </a:lnTo>
                  <a:lnTo>
                    <a:pt x="2365728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8A6EBC2E-1B1A-AA22-6666-804860D9B091}"/>
                </a:ext>
              </a:extLst>
            </p:cNvPr>
            <p:cNvSpPr/>
            <p:nvPr/>
          </p:nvSpPr>
          <p:spPr>
            <a:xfrm>
              <a:off x="6621154" y="6815701"/>
              <a:ext cx="2628900" cy="3618865"/>
            </a:xfrm>
            <a:custGeom>
              <a:avLst/>
              <a:gdLst/>
              <a:ahLst/>
              <a:cxnLst/>
              <a:rect l="l" t="t" r="r" b="b"/>
              <a:pathLst>
                <a:path w="2628900" h="3618865">
                  <a:moveTo>
                    <a:pt x="2628586" y="262783"/>
                  </a:moveTo>
                  <a:lnTo>
                    <a:pt x="2628586" y="3355538"/>
                  </a:lnTo>
                  <a:lnTo>
                    <a:pt x="2624348" y="3402747"/>
                  </a:lnTo>
                  <a:lnTo>
                    <a:pt x="2612130" y="3447191"/>
                  </a:lnTo>
                  <a:lnTo>
                    <a:pt x="2592676" y="3488125"/>
                  </a:lnTo>
                  <a:lnTo>
                    <a:pt x="2566733" y="3524804"/>
                  </a:lnTo>
                  <a:lnTo>
                    <a:pt x="2535043" y="3556485"/>
                  </a:lnTo>
                  <a:lnTo>
                    <a:pt x="2498353" y="3582421"/>
                  </a:lnTo>
                  <a:lnTo>
                    <a:pt x="2457408" y="3601869"/>
                  </a:lnTo>
                  <a:lnTo>
                    <a:pt x="2412951" y="3614084"/>
                  </a:lnTo>
                  <a:lnTo>
                    <a:pt x="2365728" y="3618321"/>
                  </a:lnTo>
                  <a:lnTo>
                    <a:pt x="262858" y="3618321"/>
                  </a:lnTo>
                  <a:lnTo>
                    <a:pt x="215634" y="3614084"/>
                  </a:lnTo>
                  <a:lnTo>
                    <a:pt x="171177" y="3601869"/>
                  </a:lnTo>
                  <a:lnTo>
                    <a:pt x="130231" y="3582421"/>
                  </a:lnTo>
                  <a:lnTo>
                    <a:pt x="93541" y="3556485"/>
                  </a:lnTo>
                  <a:lnTo>
                    <a:pt x="61852" y="3524804"/>
                  </a:lnTo>
                  <a:lnTo>
                    <a:pt x="35909" y="3488125"/>
                  </a:lnTo>
                  <a:lnTo>
                    <a:pt x="16456" y="3447191"/>
                  </a:lnTo>
                  <a:lnTo>
                    <a:pt x="4238" y="3402747"/>
                  </a:lnTo>
                  <a:lnTo>
                    <a:pt x="0" y="3355538"/>
                  </a:lnTo>
                  <a:lnTo>
                    <a:pt x="0" y="262783"/>
                  </a:lnTo>
                  <a:lnTo>
                    <a:pt x="4238" y="215572"/>
                  </a:lnTo>
                  <a:lnTo>
                    <a:pt x="16456" y="171127"/>
                  </a:lnTo>
                  <a:lnTo>
                    <a:pt x="35909" y="130193"/>
                  </a:lnTo>
                  <a:lnTo>
                    <a:pt x="61852" y="93514"/>
                  </a:lnTo>
                  <a:lnTo>
                    <a:pt x="93541" y="61834"/>
                  </a:lnTo>
                  <a:lnTo>
                    <a:pt x="130231" y="35898"/>
                  </a:lnTo>
                  <a:lnTo>
                    <a:pt x="171177" y="16451"/>
                  </a:lnTo>
                  <a:lnTo>
                    <a:pt x="215634" y="4236"/>
                  </a:lnTo>
                  <a:lnTo>
                    <a:pt x="262858" y="0"/>
                  </a:lnTo>
                  <a:lnTo>
                    <a:pt x="2365728" y="0"/>
                  </a:lnTo>
                  <a:lnTo>
                    <a:pt x="2412951" y="4236"/>
                  </a:lnTo>
                  <a:lnTo>
                    <a:pt x="2457408" y="16451"/>
                  </a:lnTo>
                  <a:lnTo>
                    <a:pt x="2498353" y="35898"/>
                  </a:lnTo>
                  <a:lnTo>
                    <a:pt x="2535043" y="61834"/>
                  </a:lnTo>
                  <a:lnTo>
                    <a:pt x="2566733" y="93514"/>
                  </a:lnTo>
                  <a:lnTo>
                    <a:pt x="2592676" y="130193"/>
                  </a:lnTo>
                  <a:lnTo>
                    <a:pt x="2612130" y="171127"/>
                  </a:lnTo>
                  <a:lnTo>
                    <a:pt x="2624348" y="215572"/>
                  </a:lnTo>
                  <a:lnTo>
                    <a:pt x="2628586" y="262783"/>
                  </a:lnTo>
                  <a:close/>
                </a:path>
              </a:pathLst>
            </a:custGeom>
            <a:ln w="421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5A9D8217-FC89-1F36-F087-BD9AF6CA485E}"/>
                </a:ext>
              </a:extLst>
            </p:cNvPr>
            <p:cNvSpPr/>
            <p:nvPr/>
          </p:nvSpPr>
          <p:spPr>
            <a:xfrm>
              <a:off x="6975002" y="7458728"/>
              <a:ext cx="1931035" cy="535940"/>
            </a:xfrm>
            <a:custGeom>
              <a:avLst/>
              <a:gdLst/>
              <a:ahLst/>
              <a:cxnLst/>
              <a:rect l="l" t="t" r="r" b="b"/>
              <a:pathLst>
                <a:path w="1931034" h="535940">
                  <a:moveTo>
                    <a:pt x="1803598" y="0"/>
                  </a:moveTo>
                  <a:lnTo>
                    <a:pt x="127402" y="0"/>
                  </a:lnTo>
                  <a:lnTo>
                    <a:pt x="77831" y="10015"/>
                  </a:lnTo>
                  <a:lnTo>
                    <a:pt x="37333" y="37320"/>
                  </a:lnTo>
                  <a:lnTo>
                    <a:pt x="10018" y="77805"/>
                  </a:lnTo>
                  <a:lnTo>
                    <a:pt x="0" y="127361"/>
                  </a:lnTo>
                  <a:lnTo>
                    <a:pt x="0" y="408307"/>
                  </a:lnTo>
                  <a:lnTo>
                    <a:pt x="10018" y="457864"/>
                  </a:lnTo>
                  <a:lnTo>
                    <a:pt x="37333" y="498350"/>
                  </a:lnTo>
                  <a:lnTo>
                    <a:pt x="77831" y="525657"/>
                  </a:lnTo>
                  <a:lnTo>
                    <a:pt x="127402" y="535673"/>
                  </a:lnTo>
                  <a:lnTo>
                    <a:pt x="1803598" y="535673"/>
                  </a:lnTo>
                  <a:lnTo>
                    <a:pt x="1853168" y="525657"/>
                  </a:lnTo>
                  <a:lnTo>
                    <a:pt x="1893667" y="498350"/>
                  </a:lnTo>
                  <a:lnTo>
                    <a:pt x="1920981" y="457864"/>
                  </a:lnTo>
                  <a:lnTo>
                    <a:pt x="1931000" y="408307"/>
                  </a:lnTo>
                  <a:lnTo>
                    <a:pt x="1931000" y="127361"/>
                  </a:lnTo>
                  <a:lnTo>
                    <a:pt x="1920981" y="77805"/>
                  </a:lnTo>
                  <a:lnTo>
                    <a:pt x="1893667" y="37320"/>
                  </a:lnTo>
                  <a:lnTo>
                    <a:pt x="1853168" y="10015"/>
                  </a:lnTo>
                  <a:lnTo>
                    <a:pt x="1803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35E89AE7-005E-73BE-299C-71E659C14751}"/>
                </a:ext>
              </a:extLst>
            </p:cNvPr>
            <p:cNvSpPr/>
            <p:nvPr/>
          </p:nvSpPr>
          <p:spPr>
            <a:xfrm>
              <a:off x="6975002" y="7458728"/>
              <a:ext cx="1931035" cy="535940"/>
            </a:xfrm>
            <a:custGeom>
              <a:avLst/>
              <a:gdLst/>
              <a:ahLst/>
              <a:cxnLst/>
              <a:rect l="l" t="t" r="r" b="b"/>
              <a:pathLst>
                <a:path w="1931034" h="535940">
                  <a:moveTo>
                    <a:pt x="1931000" y="127361"/>
                  </a:moveTo>
                  <a:lnTo>
                    <a:pt x="1931000" y="408307"/>
                  </a:lnTo>
                  <a:lnTo>
                    <a:pt x="1920981" y="457864"/>
                  </a:lnTo>
                  <a:lnTo>
                    <a:pt x="1893667" y="498350"/>
                  </a:lnTo>
                  <a:lnTo>
                    <a:pt x="1853168" y="525657"/>
                  </a:lnTo>
                  <a:lnTo>
                    <a:pt x="1803598" y="535673"/>
                  </a:lnTo>
                  <a:lnTo>
                    <a:pt x="127402" y="535673"/>
                  </a:lnTo>
                  <a:lnTo>
                    <a:pt x="77831" y="525657"/>
                  </a:lnTo>
                  <a:lnTo>
                    <a:pt x="37333" y="498350"/>
                  </a:lnTo>
                  <a:lnTo>
                    <a:pt x="10018" y="457864"/>
                  </a:lnTo>
                  <a:lnTo>
                    <a:pt x="0" y="408307"/>
                  </a:lnTo>
                  <a:lnTo>
                    <a:pt x="0" y="127361"/>
                  </a:lnTo>
                  <a:lnTo>
                    <a:pt x="10018" y="77805"/>
                  </a:lnTo>
                  <a:lnTo>
                    <a:pt x="37333" y="37320"/>
                  </a:lnTo>
                  <a:lnTo>
                    <a:pt x="77831" y="10015"/>
                  </a:lnTo>
                  <a:lnTo>
                    <a:pt x="127402" y="0"/>
                  </a:lnTo>
                  <a:lnTo>
                    <a:pt x="1803598" y="0"/>
                  </a:lnTo>
                  <a:lnTo>
                    <a:pt x="1853168" y="10015"/>
                  </a:lnTo>
                  <a:lnTo>
                    <a:pt x="1893667" y="37320"/>
                  </a:lnTo>
                  <a:lnTo>
                    <a:pt x="1920981" y="77805"/>
                  </a:lnTo>
                  <a:lnTo>
                    <a:pt x="1931000" y="127361"/>
                  </a:lnTo>
                  <a:close/>
                </a:path>
              </a:pathLst>
            </a:custGeom>
            <a:ln w="21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5E453958-ED8B-E8AD-17B5-738160317A82}"/>
                </a:ext>
              </a:extLst>
            </p:cNvPr>
            <p:cNvSpPr/>
            <p:nvPr/>
          </p:nvSpPr>
          <p:spPr>
            <a:xfrm>
              <a:off x="6975002" y="8510972"/>
              <a:ext cx="1931035" cy="535940"/>
            </a:xfrm>
            <a:custGeom>
              <a:avLst/>
              <a:gdLst/>
              <a:ahLst/>
              <a:cxnLst/>
              <a:rect l="l" t="t" r="r" b="b"/>
              <a:pathLst>
                <a:path w="1931034" h="535940">
                  <a:moveTo>
                    <a:pt x="1803598" y="0"/>
                  </a:moveTo>
                  <a:lnTo>
                    <a:pt x="127402" y="0"/>
                  </a:lnTo>
                  <a:lnTo>
                    <a:pt x="77831" y="10015"/>
                  </a:lnTo>
                  <a:lnTo>
                    <a:pt x="37333" y="37322"/>
                  </a:lnTo>
                  <a:lnTo>
                    <a:pt x="10018" y="77809"/>
                  </a:lnTo>
                  <a:lnTo>
                    <a:pt x="0" y="127365"/>
                  </a:lnTo>
                  <a:lnTo>
                    <a:pt x="0" y="408311"/>
                  </a:lnTo>
                  <a:lnTo>
                    <a:pt x="10018" y="457865"/>
                  </a:lnTo>
                  <a:lnTo>
                    <a:pt x="37333" y="498351"/>
                  </a:lnTo>
                  <a:lnTo>
                    <a:pt x="77831" y="525657"/>
                  </a:lnTo>
                  <a:lnTo>
                    <a:pt x="127402" y="535673"/>
                  </a:lnTo>
                  <a:lnTo>
                    <a:pt x="1803598" y="535673"/>
                  </a:lnTo>
                  <a:lnTo>
                    <a:pt x="1853168" y="525657"/>
                  </a:lnTo>
                  <a:lnTo>
                    <a:pt x="1893667" y="498351"/>
                  </a:lnTo>
                  <a:lnTo>
                    <a:pt x="1920981" y="457865"/>
                  </a:lnTo>
                  <a:lnTo>
                    <a:pt x="1931000" y="408311"/>
                  </a:lnTo>
                  <a:lnTo>
                    <a:pt x="1931000" y="127365"/>
                  </a:lnTo>
                  <a:lnTo>
                    <a:pt x="1920981" y="77809"/>
                  </a:lnTo>
                  <a:lnTo>
                    <a:pt x="1893667" y="37322"/>
                  </a:lnTo>
                  <a:lnTo>
                    <a:pt x="1853168" y="10015"/>
                  </a:lnTo>
                  <a:lnTo>
                    <a:pt x="1803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A64DBD44-76CA-0D6D-AF01-438A4A5607A1}"/>
                </a:ext>
              </a:extLst>
            </p:cNvPr>
            <p:cNvSpPr/>
            <p:nvPr/>
          </p:nvSpPr>
          <p:spPr>
            <a:xfrm>
              <a:off x="6975002" y="8510972"/>
              <a:ext cx="1931035" cy="535940"/>
            </a:xfrm>
            <a:custGeom>
              <a:avLst/>
              <a:gdLst/>
              <a:ahLst/>
              <a:cxnLst/>
              <a:rect l="l" t="t" r="r" b="b"/>
              <a:pathLst>
                <a:path w="1931034" h="535940">
                  <a:moveTo>
                    <a:pt x="1931000" y="127365"/>
                  </a:moveTo>
                  <a:lnTo>
                    <a:pt x="1931000" y="408311"/>
                  </a:lnTo>
                  <a:lnTo>
                    <a:pt x="1920981" y="457865"/>
                  </a:lnTo>
                  <a:lnTo>
                    <a:pt x="1893667" y="498351"/>
                  </a:lnTo>
                  <a:lnTo>
                    <a:pt x="1853168" y="525657"/>
                  </a:lnTo>
                  <a:lnTo>
                    <a:pt x="1803598" y="535673"/>
                  </a:lnTo>
                  <a:lnTo>
                    <a:pt x="127402" y="535673"/>
                  </a:lnTo>
                  <a:lnTo>
                    <a:pt x="77831" y="525657"/>
                  </a:lnTo>
                  <a:lnTo>
                    <a:pt x="37333" y="498351"/>
                  </a:lnTo>
                  <a:lnTo>
                    <a:pt x="10018" y="457865"/>
                  </a:lnTo>
                  <a:lnTo>
                    <a:pt x="0" y="408311"/>
                  </a:lnTo>
                  <a:lnTo>
                    <a:pt x="0" y="127365"/>
                  </a:lnTo>
                  <a:lnTo>
                    <a:pt x="10018" y="77809"/>
                  </a:lnTo>
                  <a:lnTo>
                    <a:pt x="37333" y="37322"/>
                  </a:lnTo>
                  <a:lnTo>
                    <a:pt x="77831" y="10015"/>
                  </a:lnTo>
                  <a:lnTo>
                    <a:pt x="127402" y="0"/>
                  </a:lnTo>
                  <a:lnTo>
                    <a:pt x="1803598" y="0"/>
                  </a:lnTo>
                  <a:lnTo>
                    <a:pt x="1853168" y="10015"/>
                  </a:lnTo>
                  <a:lnTo>
                    <a:pt x="1893667" y="37322"/>
                  </a:lnTo>
                  <a:lnTo>
                    <a:pt x="1920981" y="77809"/>
                  </a:lnTo>
                  <a:lnTo>
                    <a:pt x="1931000" y="127365"/>
                  </a:lnTo>
                  <a:close/>
                </a:path>
              </a:pathLst>
            </a:custGeom>
            <a:ln w="21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>
            <a:extLst>
              <a:ext uri="{FF2B5EF4-FFF2-40B4-BE49-F238E27FC236}">
                <a16:creationId xmlns:a16="http://schemas.microsoft.com/office/drawing/2014/main" id="{98E8B5F4-E68B-0231-4271-0EBDD5292CDD}"/>
              </a:ext>
            </a:extLst>
          </p:cNvPr>
          <p:cNvSpPr txBox="1"/>
          <p:nvPr/>
        </p:nvSpPr>
        <p:spPr>
          <a:xfrm>
            <a:off x="7506284" y="8603929"/>
            <a:ext cx="868680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dirty="0">
                <a:latin typeface="Arial"/>
                <a:cs typeface="Arial"/>
              </a:rPr>
              <a:t>Layer</a:t>
            </a:r>
            <a:r>
              <a:rPr sz="1950" spc="55" dirty="0">
                <a:latin typeface="Arial"/>
                <a:cs typeface="Arial"/>
              </a:rPr>
              <a:t> </a:t>
            </a:r>
            <a:r>
              <a:rPr sz="1950" spc="-50" dirty="0">
                <a:latin typeface="Arial"/>
                <a:cs typeface="Arial"/>
              </a:rPr>
              <a:t>8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60" name="object 60">
            <a:extLst>
              <a:ext uri="{FF2B5EF4-FFF2-40B4-BE49-F238E27FC236}">
                <a16:creationId xmlns:a16="http://schemas.microsoft.com/office/drawing/2014/main" id="{18EE3B96-4C0A-67E9-463E-B95E888A9631}"/>
              </a:ext>
            </a:extLst>
          </p:cNvPr>
          <p:cNvGrpSpPr/>
          <p:nvPr/>
        </p:nvGrpSpPr>
        <p:grpSpPr>
          <a:xfrm>
            <a:off x="6964207" y="9529353"/>
            <a:ext cx="1952625" cy="557530"/>
            <a:chOff x="6964207" y="9529353"/>
            <a:chExt cx="1952625" cy="557530"/>
          </a:xfrm>
        </p:grpSpPr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2339FA17-57E1-4252-5C4C-3C64E61A361D}"/>
                </a:ext>
              </a:extLst>
            </p:cNvPr>
            <p:cNvSpPr/>
            <p:nvPr/>
          </p:nvSpPr>
          <p:spPr>
            <a:xfrm>
              <a:off x="6975002" y="9540148"/>
              <a:ext cx="1931035" cy="535940"/>
            </a:xfrm>
            <a:custGeom>
              <a:avLst/>
              <a:gdLst/>
              <a:ahLst/>
              <a:cxnLst/>
              <a:rect l="l" t="t" r="r" b="b"/>
              <a:pathLst>
                <a:path w="1931034" h="535940">
                  <a:moveTo>
                    <a:pt x="1803598" y="0"/>
                  </a:moveTo>
                  <a:lnTo>
                    <a:pt x="127402" y="0"/>
                  </a:lnTo>
                  <a:lnTo>
                    <a:pt x="77831" y="10015"/>
                  </a:lnTo>
                  <a:lnTo>
                    <a:pt x="37333" y="37320"/>
                  </a:lnTo>
                  <a:lnTo>
                    <a:pt x="10018" y="77805"/>
                  </a:lnTo>
                  <a:lnTo>
                    <a:pt x="0" y="127361"/>
                  </a:lnTo>
                  <a:lnTo>
                    <a:pt x="0" y="408307"/>
                  </a:lnTo>
                  <a:lnTo>
                    <a:pt x="10018" y="457864"/>
                  </a:lnTo>
                  <a:lnTo>
                    <a:pt x="37333" y="498350"/>
                  </a:lnTo>
                  <a:lnTo>
                    <a:pt x="77831" y="525657"/>
                  </a:lnTo>
                  <a:lnTo>
                    <a:pt x="127402" y="535673"/>
                  </a:lnTo>
                  <a:lnTo>
                    <a:pt x="1803598" y="535673"/>
                  </a:lnTo>
                  <a:lnTo>
                    <a:pt x="1853168" y="525657"/>
                  </a:lnTo>
                  <a:lnTo>
                    <a:pt x="1893667" y="498350"/>
                  </a:lnTo>
                  <a:lnTo>
                    <a:pt x="1920981" y="457864"/>
                  </a:lnTo>
                  <a:lnTo>
                    <a:pt x="1931000" y="408307"/>
                  </a:lnTo>
                  <a:lnTo>
                    <a:pt x="1931000" y="127361"/>
                  </a:lnTo>
                  <a:lnTo>
                    <a:pt x="1920981" y="77805"/>
                  </a:lnTo>
                  <a:lnTo>
                    <a:pt x="1893667" y="37320"/>
                  </a:lnTo>
                  <a:lnTo>
                    <a:pt x="1853168" y="10015"/>
                  </a:lnTo>
                  <a:lnTo>
                    <a:pt x="1803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3AB6C743-078F-DF36-D894-56C971FB18CF}"/>
                </a:ext>
              </a:extLst>
            </p:cNvPr>
            <p:cNvSpPr/>
            <p:nvPr/>
          </p:nvSpPr>
          <p:spPr>
            <a:xfrm>
              <a:off x="6975002" y="9540148"/>
              <a:ext cx="1931035" cy="535940"/>
            </a:xfrm>
            <a:custGeom>
              <a:avLst/>
              <a:gdLst/>
              <a:ahLst/>
              <a:cxnLst/>
              <a:rect l="l" t="t" r="r" b="b"/>
              <a:pathLst>
                <a:path w="1931034" h="535940">
                  <a:moveTo>
                    <a:pt x="1931000" y="127361"/>
                  </a:moveTo>
                  <a:lnTo>
                    <a:pt x="1931000" y="408307"/>
                  </a:lnTo>
                  <a:lnTo>
                    <a:pt x="1920981" y="457864"/>
                  </a:lnTo>
                  <a:lnTo>
                    <a:pt x="1893667" y="498350"/>
                  </a:lnTo>
                  <a:lnTo>
                    <a:pt x="1853168" y="525657"/>
                  </a:lnTo>
                  <a:lnTo>
                    <a:pt x="1803598" y="535673"/>
                  </a:lnTo>
                  <a:lnTo>
                    <a:pt x="127402" y="535673"/>
                  </a:lnTo>
                  <a:lnTo>
                    <a:pt x="77831" y="525657"/>
                  </a:lnTo>
                  <a:lnTo>
                    <a:pt x="37333" y="498350"/>
                  </a:lnTo>
                  <a:lnTo>
                    <a:pt x="10018" y="457864"/>
                  </a:lnTo>
                  <a:lnTo>
                    <a:pt x="0" y="408307"/>
                  </a:lnTo>
                  <a:lnTo>
                    <a:pt x="0" y="127361"/>
                  </a:lnTo>
                  <a:lnTo>
                    <a:pt x="10018" y="77805"/>
                  </a:lnTo>
                  <a:lnTo>
                    <a:pt x="37333" y="37320"/>
                  </a:lnTo>
                  <a:lnTo>
                    <a:pt x="77831" y="10015"/>
                  </a:lnTo>
                  <a:lnTo>
                    <a:pt x="127402" y="0"/>
                  </a:lnTo>
                  <a:lnTo>
                    <a:pt x="1803598" y="0"/>
                  </a:lnTo>
                  <a:lnTo>
                    <a:pt x="1853168" y="10015"/>
                  </a:lnTo>
                  <a:lnTo>
                    <a:pt x="1893667" y="37320"/>
                  </a:lnTo>
                  <a:lnTo>
                    <a:pt x="1920981" y="77805"/>
                  </a:lnTo>
                  <a:lnTo>
                    <a:pt x="1931000" y="127361"/>
                  </a:lnTo>
                  <a:close/>
                </a:path>
              </a:pathLst>
            </a:custGeom>
            <a:ln w="21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>
            <a:extLst>
              <a:ext uri="{FF2B5EF4-FFF2-40B4-BE49-F238E27FC236}">
                <a16:creationId xmlns:a16="http://schemas.microsoft.com/office/drawing/2014/main" id="{EF642A00-F8B7-3CA6-AD6A-6F5D3488573A}"/>
              </a:ext>
            </a:extLst>
          </p:cNvPr>
          <p:cNvSpPr txBox="1"/>
          <p:nvPr/>
        </p:nvSpPr>
        <p:spPr>
          <a:xfrm>
            <a:off x="7436004" y="9633105"/>
            <a:ext cx="1009650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dirty="0">
                <a:latin typeface="Arial"/>
                <a:cs typeface="Arial"/>
              </a:rPr>
              <a:t>Layer</a:t>
            </a:r>
            <a:r>
              <a:rPr sz="1950" spc="55" dirty="0">
                <a:latin typeface="Arial"/>
                <a:cs typeface="Arial"/>
              </a:rPr>
              <a:t> </a:t>
            </a:r>
            <a:r>
              <a:rPr sz="1950" spc="-25" dirty="0">
                <a:latin typeface="Arial"/>
                <a:cs typeface="Arial"/>
              </a:rPr>
              <a:t>12</a:t>
            </a:r>
            <a:endParaRPr sz="1950">
              <a:latin typeface="Arial"/>
              <a:cs typeface="Arial"/>
            </a:endParaRPr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B468D604-2A57-C5EC-D7DB-ABE9204617E4}"/>
              </a:ext>
            </a:extLst>
          </p:cNvPr>
          <p:cNvSpPr txBox="1"/>
          <p:nvPr/>
        </p:nvSpPr>
        <p:spPr>
          <a:xfrm>
            <a:off x="7790350" y="8053828"/>
            <a:ext cx="590550" cy="44704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4495"/>
              </a:lnSpc>
            </a:pPr>
            <a:r>
              <a:rPr sz="3950" spc="-25" dirty="0">
                <a:latin typeface="Arial"/>
                <a:cs typeface="Arial"/>
              </a:rPr>
              <a:t>...</a:t>
            </a:r>
            <a:endParaRPr sz="3950">
              <a:latin typeface="Arial"/>
              <a:cs typeface="Arial"/>
            </a:endParaRPr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3B3509D0-9CAA-0DCC-3A75-90A467C3E07E}"/>
              </a:ext>
            </a:extLst>
          </p:cNvPr>
          <p:cNvSpPr txBox="1"/>
          <p:nvPr/>
        </p:nvSpPr>
        <p:spPr>
          <a:xfrm>
            <a:off x="7790350" y="9090431"/>
            <a:ext cx="590550" cy="44704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4495"/>
              </a:lnSpc>
            </a:pPr>
            <a:r>
              <a:rPr sz="3950" spc="-25" dirty="0">
                <a:latin typeface="Arial"/>
                <a:cs typeface="Arial"/>
              </a:rPr>
              <a:t>...</a:t>
            </a:r>
            <a:endParaRPr sz="3950">
              <a:latin typeface="Arial"/>
              <a:cs typeface="Arial"/>
            </a:endParaRPr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D533AA7B-5E8B-F89E-93BA-9F5E00B0348F}"/>
              </a:ext>
            </a:extLst>
          </p:cNvPr>
          <p:cNvSpPr txBox="1"/>
          <p:nvPr/>
        </p:nvSpPr>
        <p:spPr>
          <a:xfrm>
            <a:off x="7436256" y="6938789"/>
            <a:ext cx="999490" cy="941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50" dirty="0">
                <a:latin typeface="Arial"/>
                <a:cs typeface="Arial"/>
              </a:rPr>
              <a:t>GPT-2</a:t>
            </a:r>
            <a:endParaRPr sz="2650">
              <a:latin typeface="Arial"/>
              <a:cs typeface="Arial"/>
            </a:endParaRPr>
          </a:p>
          <a:p>
            <a:pPr marL="82550">
              <a:lnSpc>
                <a:spcPct val="100000"/>
              </a:lnSpc>
              <a:spcBef>
                <a:spcPts val="1685"/>
              </a:spcBef>
            </a:pPr>
            <a:r>
              <a:rPr sz="1950" dirty="0">
                <a:latin typeface="Arial"/>
                <a:cs typeface="Arial"/>
              </a:rPr>
              <a:t>Layer</a:t>
            </a:r>
            <a:r>
              <a:rPr sz="1950" spc="55" dirty="0">
                <a:latin typeface="Arial"/>
                <a:cs typeface="Arial"/>
              </a:rPr>
              <a:t> </a:t>
            </a:r>
            <a:r>
              <a:rPr sz="1950" spc="-50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67" name="object 67">
            <a:extLst>
              <a:ext uri="{FF2B5EF4-FFF2-40B4-BE49-F238E27FC236}">
                <a16:creationId xmlns:a16="http://schemas.microsoft.com/office/drawing/2014/main" id="{A9621ACD-AE89-A329-F691-2C476EC751DC}"/>
              </a:ext>
            </a:extLst>
          </p:cNvPr>
          <p:cNvGrpSpPr/>
          <p:nvPr/>
        </p:nvGrpSpPr>
        <p:grpSpPr>
          <a:xfrm>
            <a:off x="7793487" y="5953016"/>
            <a:ext cx="294640" cy="715645"/>
            <a:chOff x="7793487" y="5953016"/>
            <a:chExt cx="294640" cy="715645"/>
          </a:xfrm>
        </p:grpSpPr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44D3DA9A-0A03-77D7-1BA0-590E8A04B4C8}"/>
                </a:ext>
              </a:extLst>
            </p:cNvPr>
            <p:cNvSpPr/>
            <p:nvPr/>
          </p:nvSpPr>
          <p:spPr>
            <a:xfrm>
              <a:off x="7804018" y="5963547"/>
              <a:ext cx="273050" cy="694690"/>
            </a:xfrm>
            <a:custGeom>
              <a:avLst/>
              <a:gdLst/>
              <a:ahLst/>
              <a:cxnLst/>
              <a:rect l="l" t="t" r="r" b="b"/>
              <a:pathLst>
                <a:path w="273050" h="694690">
                  <a:moveTo>
                    <a:pt x="184253" y="0"/>
                  </a:moveTo>
                  <a:lnTo>
                    <a:pt x="88714" y="0"/>
                  </a:lnTo>
                  <a:lnTo>
                    <a:pt x="88714" y="557950"/>
                  </a:lnTo>
                  <a:lnTo>
                    <a:pt x="0" y="557950"/>
                  </a:lnTo>
                  <a:lnTo>
                    <a:pt x="136484" y="694395"/>
                  </a:lnTo>
                  <a:lnTo>
                    <a:pt x="272968" y="557950"/>
                  </a:lnTo>
                  <a:lnTo>
                    <a:pt x="184253" y="557950"/>
                  </a:lnTo>
                  <a:lnTo>
                    <a:pt x="1842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8856E626-2EEC-5556-AAF1-92060CE6C0E0}"/>
                </a:ext>
              </a:extLst>
            </p:cNvPr>
            <p:cNvSpPr/>
            <p:nvPr/>
          </p:nvSpPr>
          <p:spPr>
            <a:xfrm>
              <a:off x="7804018" y="5963547"/>
              <a:ext cx="273050" cy="694690"/>
            </a:xfrm>
            <a:custGeom>
              <a:avLst/>
              <a:gdLst/>
              <a:ahLst/>
              <a:cxnLst/>
              <a:rect l="l" t="t" r="r" b="b"/>
              <a:pathLst>
                <a:path w="273050" h="694690">
                  <a:moveTo>
                    <a:pt x="88714" y="0"/>
                  </a:moveTo>
                  <a:lnTo>
                    <a:pt x="184253" y="0"/>
                  </a:lnTo>
                  <a:lnTo>
                    <a:pt x="184253" y="557950"/>
                  </a:lnTo>
                  <a:lnTo>
                    <a:pt x="272968" y="557950"/>
                  </a:lnTo>
                  <a:lnTo>
                    <a:pt x="136484" y="694395"/>
                  </a:lnTo>
                  <a:lnTo>
                    <a:pt x="0" y="557950"/>
                  </a:lnTo>
                  <a:lnTo>
                    <a:pt x="88714" y="557950"/>
                  </a:lnTo>
                  <a:lnTo>
                    <a:pt x="88714" y="0"/>
                  </a:lnTo>
                  <a:close/>
                </a:path>
              </a:pathLst>
            </a:custGeom>
            <a:ln w="210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0" name="object 70">
            <a:extLst>
              <a:ext uri="{FF2B5EF4-FFF2-40B4-BE49-F238E27FC236}">
                <a16:creationId xmlns:a16="http://schemas.microsoft.com/office/drawing/2014/main" id="{07DED918-5D4C-500D-B30A-AC092B077857}"/>
              </a:ext>
            </a:extLst>
          </p:cNvPr>
          <p:cNvGrpSpPr/>
          <p:nvPr/>
        </p:nvGrpSpPr>
        <p:grpSpPr>
          <a:xfrm>
            <a:off x="7788432" y="3462557"/>
            <a:ext cx="294640" cy="715645"/>
            <a:chOff x="7788432" y="3462557"/>
            <a:chExt cx="294640" cy="715645"/>
          </a:xfrm>
        </p:grpSpPr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797E5E02-4605-2889-CD12-A0B14C12CE04}"/>
                </a:ext>
              </a:extLst>
            </p:cNvPr>
            <p:cNvSpPr/>
            <p:nvPr/>
          </p:nvSpPr>
          <p:spPr>
            <a:xfrm>
              <a:off x="7798963" y="3473088"/>
              <a:ext cx="273050" cy="694690"/>
            </a:xfrm>
            <a:custGeom>
              <a:avLst/>
              <a:gdLst/>
              <a:ahLst/>
              <a:cxnLst/>
              <a:rect l="l" t="t" r="r" b="b"/>
              <a:pathLst>
                <a:path w="273050" h="694689">
                  <a:moveTo>
                    <a:pt x="184253" y="0"/>
                  </a:moveTo>
                  <a:lnTo>
                    <a:pt x="88714" y="0"/>
                  </a:lnTo>
                  <a:lnTo>
                    <a:pt x="88714" y="557908"/>
                  </a:lnTo>
                  <a:lnTo>
                    <a:pt x="0" y="557908"/>
                  </a:lnTo>
                  <a:lnTo>
                    <a:pt x="136484" y="694353"/>
                  </a:lnTo>
                  <a:lnTo>
                    <a:pt x="272968" y="557908"/>
                  </a:lnTo>
                  <a:lnTo>
                    <a:pt x="184253" y="557908"/>
                  </a:lnTo>
                  <a:lnTo>
                    <a:pt x="1842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>
              <a:extLst>
                <a:ext uri="{FF2B5EF4-FFF2-40B4-BE49-F238E27FC236}">
                  <a16:creationId xmlns:a16="http://schemas.microsoft.com/office/drawing/2014/main" id="{4BFCA52C-0E2E-F28C-ABE0-EFAA76EABBB8}"/>
                </a:ext>
              </a:extLst>
            </p:cNvPr>
            <p:cNvSpPr/>
            <p:nvPr/>
          </p:nvSpPr>
          <p:spPr>
            <a:xfrm>
              <a:off x="7798963" y="3473088"/>
              <a:ext cx="273050" cy="694690"/>
            </a:xfrm>
            <a:custGeom>
              <a:avLst/>
              <a:gdLst/>
              <a:ahLst/>
              <a:cxnLst/>
              <a:rect l="l" t="t" r="r" b="b"/>
              <a:pathLst>
                <a:path w="273050" h="694689">
                  <a:moveTo>
                    <a:pt x="88714" y="0"/>
                  </a:moveTo>
                  <a:lnTo>
                    <a:pt x="184253" y="0"/>
                  </a:lnTo>
                  <a:lnTo>
                    <a:pt x="184253" y="557908"/>
                  </a:lnTo>
                  <a:lnTo>
                    <a:pt x="272968" y="557908"/>
                  </a:lnTo>
                  <a:lnTo>
                    <a:pt x="136484" y="694353"/>
                  </a:lnTo>
                  <a:lnTo>
                    <a:pt x="0" y="557908"/>
                  </a:lnTo>
                  <a:lnTo>
                    <a:pt x="88714" y="557908"/>
                  </a:lnTo>
                  <a:lnTo>
                    <a:pt x="88714" y="0"/>
                  </a:lnTo>
                  <a:close/>
                </a:path>
              </a:pathLst>
            </a:custGeom>
            <a:ln w="210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3" name="object 73">
            <a:extLst>
              <a:ext uri="{FF2B5EF4-FFF2-40B4-BE49-F238E27FC236}">
                <a16:creationId xmlns:a16="http://schemas.microsoft.com/office/drawing/2014/main" id="{051F236F-93B7-61C7-902F-4D84F8ADFE38}"/>
              </a:ext>
            </a:extLst>
          </p:cNvPr>
          <p:cNvGrpSpPr/>
          <p:nvPr/>
        </p:nvGrpSpPr>
        <p:grpSpPr>
          <a:xfrm>
            <a:off x="8895474" y="8615656"/>
            <a:ext cx="1211580" cy="294005"/>
            <a:chOff x="8895474" y="8615656"/>
            <a:chExt cx="1211580" cy="294005"/>
          </a:xfrm>
        </p:grpSpPr>
        <p:sp>
          <p:nvSpPr>
            <p:cNvPr id="74" name="object 74">
              <a:extLst>
                <a:ext uri="{FF2B5EF4-FFF2-40B4-BE49-F238E27FC236}">
                  <a16:creationId xmlns:a16="http://schemas.microsoft.com/office/drawing/2014/main" id="{169871AB-95EF-E045-34AA-2DDC2C737A0F}"/>
                </a:ext>
              </a:extLst>
            </p:cNvPr>
            <p:cNvSpPr/>
            <p:nvPr/>
          </p:nvSpPr>
          <p:spPr>
            <a:xfrm>
              <a:off x="8906003" y="8626184"/>
              <a:ext cx="1189990" cy="273050"/>
            </a:xfrm>
            <a:custGeom>
              <a:avLst/>
              <a:gdLst/>
              <a:ahLst/>
              <a:cxnLst/>
              <a:rect l="l" t="t" r="r" b="b"/>
              <a:pathLst>
                <a:path w="1189990" h="273050">
                  <a:moveTo>
                    <a:pt x="1053465" y="0"/>
                  </a:moveTo>
                  <a:lnTo>
                    <a:pt x="1053465" y="88689"/>
                  </a:lnTo>
                  <a:lnTo>
                    <a:pt x="0" y="88689"/>
                  </a:lnTo>
                  <a:lnTo>
                    <a:pt x="0" y="184200"/>
                  </a:lnTo>
                  <a:lnTo>
                    <a:pt x="1053465" y="184200"/>
                  </a:lnTo>
                  <a:lnTo>
                    <a:pt x="1053465" y="272890"/>
                  </a:lnTo>
                  <a:lnTo>
                    <a:pt x="1189949" y="136445"/>
                  </a:lnTo>
                  <a:lnTo>
                    <a:pt x="10534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>
              <a:extLst>
                <a:ext uri="{FF2B5EF4-FFF2-40B4-BE49-F238E27FC236}">
                  <a16:creationId xmlns:a16="http://schemas.microsoft.com/office/drawing/2014/main" id="{98C5450D-A9F5-F79B-A364-E211734CF8F3}"/>
                </a:ext>
              </a:extLst>
            </p:cNvPr>
            <p:cNvSpPr/>
            <p:nvPr/>
          </p:nvSpPr>
          <p:spPr>
            <a:xfrm>
              <a:off x="8906003" y="8626184"/>
              <a:ext cx="1189990" cy="273050"/>
            </a:xfrm>
            <a:custGeom>
              <a:avLst/>
              <a:gdLst/>
              <a:ahLst/>
              <a:cxnLst/>
              <a:rect l="l" t="t" r="r" b="b"/>
              <a:pathLst>
                <a:path w="1189990" h="273050">
                  <a:moveTo>
                    <a:pt x="0" y="184200"/>
                  </a:moveTo>
                  <a:lnTo>
                    <a:pt x="0" y="88689"/>
                  </a:lnTo>
                  <a:lnTo>
                    <a:pt x="1053465" y="88689"/>
                  </a:lnTo>
                  <a:lnTo>
                    <a:pt x="1053465" y="0"/>
                  </a:lnTo>
                  <a:lnTo>
                    <a:pt x="1189949" y="136445"/>
                  </a:lnTo>
                  <a:lnTo>
                    <a:pt x="1053465" y="272890"/>
                  </a:lnTo>
                  <a:lnTo>
                    <a:pt x="1053465" y="184200"/>
                  </a:lnTo>
                  <a:lnTo>
                    <a:pt x="0" y="184200"/>
                  </a:lnTo>
                  <a:close/>
                </a:path>
              </a:pathLst>
            </a:custGeom>
            <a:ln w="21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>
            <a:extLst>
              <a:ext uri="{FF2B5EF4-FFF2-40B4-BE49-F238E27FC236}">
                <a16:creationId xmlns:a16="http://schemas.microsoft.com/office/drawing/2014/main" id="{2489470D-4D04-8F14-3C6E-D90170FC1BAD}"/>
              </a:ext>
            </a:extLst>
          </p:cNvPr>
          <p:cNvSpPr txBox="1"/>
          <p:nvPr/>
        </p:nvSpPr>
        <p:spPr>
          <a:xfrm>
            <a:off x="5988156" y="1719449"/>
            <a:ext cx="144907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10" dirty="0">
                <a:latin typeface="Arial"/>
                <a:cs typeface="Arial"/>
              </a:rPr>
              <a:t>Stimulus</a:t>
            </a:r>
            <a:endParaRPr sz="2650">
              <a:latin typeface="Arial"/>
              <a:cs typeface="Arial"/>
            </a:endParaRPr>
          </a:p>
        </p:txBody>
      </p:sp>
      <p:sp>
        <p:nvSpPr>
          <p:cNvPr id="78" name="object 78">
            <a:extLst>
              <a:ext uri="{FF2B5EF4-FFF2-40B4-BE49-F238E27FC236}">
                <a16:creationId xmlns:a16="http://schemas.microsoft.com/office/drawing/2014/main" id="{1100E384-C107-1580-CDA3-3E0ACC30031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77" name="object 77">
            <a:extLst>
              <a:ext uri="{FF2B5EF4-FFF2-40B4-BE49-F238E27FC236}">
                <a16:creationId xmlns:a16="http://schemas.microsoft.com/office/drawing/2014/main" id="{27D19E77-0C94-9D29-6BBE-67C76BF2150C}"/>
              </a:ext>
            </a:extLst>
          </p:cNvPr>
          <p:cNvSpPr txBox="1"/>
          <p:nvPr/>
        </p:nvSpPr>
        <p:spPr>
          <a:xfrm>
            <a:off x="5970221" y="3537706"/>
            <a:ext cx="5640705" cy="1110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3125">
              <a:lnSpc>
                <a:spcPct val="100000"/>
              </a:lnSpc>
              <a:spcBef>
                <a:spcPts val="100"/>
              </a:spcBef>
            </a:pPr>
            <a:r>
              <a:rPr sz="2650" dirty="0">
                <a:latin typeface="Arial"/>
                <a:cs typeface="Arial"/>
              </a:rPr>
              <a:t>POS</a:t>
            </a:r>
            <a:r>
              <a:rPr sz="2650" spc="-40" dirty="0">
                <a:latin typeface="Arial"/>
                <a:cs typeface="Arial"/>
              </a:rPr>
              <a:t> </a:t>
            </a:r>
            <a:r>
              <a:rPr sz="2650" dirty="0">
                <a:latin typeface="Arial"/>
                <a:cs typeface="Arial"/>
              </a:rPr>
              <a:t>tagging</a:t>
            </a:r>
            <a:r>
              <a:rPr sz="2650" spc="-35" dirty="0">
                <a:latin typeface="Arial"/>
                <a:cs typeface="Arial"/>
              </a:rPr>
              <a:t> </a:t>
            </a:r>
            <a:r>
              <a:rPr sz="2650" dirty="0">
                <a:latin typeface="Arial"/>
                <a:cs typeface="Arial"/>
              </a:rPr>
              <a:t>via</a:t>
            </a:r>
            <a:r>
              <a:rPr sz="2650" spc="-40" dirty="0">
                <a:latin typeface="Arial"/>
                <a:cs typeface="Arial"/>
              </a:rPr>
              <a:t> </a:t>
            </a:r>
            <a:r>
              <a:rPr sz="2650" spc="-10" dirty="0">
                <a:latin typeface="Arial"/>
                <a:cs typeface="Arial"/>
              </a:rPr>
              <a:t>spaCy</a:t>
            </a:r>
            <a:endParaRPr sz="26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sz="2650" b="1" dirty="0">
                <a:latin typeface="Arial"/>
                <a:cs typeface="Arial"/>
              </a:rPr>
              <a:t>Attention</a:t>
            </a:r>
            <a:r>
              <a:rPr sz="2650" b="1" spc="-55" dirty="0">
                <a:latin typeface="Arial"/>
                <a:cs typeface="Arial"/>
              </a:rPr>
              <a:t> </a:t>
            </a:r>
            <a:r>
              <a:rPr sz="2650" b="1" spc="-20" dirty="0">
                <a:latin typeface="Arial"/>
                <a:cs typeface="Arial"/>
              </a:rPr>
              <a:t>Mask</a:t>
            </a:r>
            <a:endParaRPr sz="26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4429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1586" y="364251"/>
            <a:ext cx="13633684" cy="138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PARTS OF SPEECH FREQUENCY IS CONSISTENT ACROSS STORIES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047780" y="2566988"/>
            <a:ext cx="11285855" cy="6362700"/>
            <a:chOff x="5047780" y="2566988"/>
            <a:chExt cx="11285855" cy="6362700"/>
          </a:xfrm>
        </p:grpSpPr>
        <p:sp>
          <p:nvSpPr>
            <p:cNvPr id="5" name="object 5"/>
            <p:cNvSpPr/>
            <p:nvPr/>
          </p:nvSpPr>
          <p:spPr>
            <a:xfrm>
              <a:off x="6364070" y="8736340"/>
              <a:ext cx="0" cy="193040"/>
            </a:xfrm>
            <a:custGeom>
              <a:avLst/>
              <a:gdLst/>
              <a:ahLst/>
              <a:cxnLst/>
              <a:rect l="l" t="t" r="r" b="b"/>
              <a:pathLst>
                <a:path h="193040">
                  <a:moveTo>
                    <a:pt x="0" y="0"/>
                  </a:moveTo>
                  <a:lnTo>
                    <a:pt x="0" y="192947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64070" y="8736340"/>
              <a:ext cx="0" cy="193040"/>
            </a:xfrm>
            <a:custGeom>
              <a:avLst/>
              <a:gdLst/>
              <a:ahLst/>
              <a:cxnLst/>
              <a:rect l="l" t="t" r="r" b="b"/>
              <a:pathLst>
                <a:path h="193040">
                  <a:moveTo>
                    <a:pt x="0" y="0"/>
                  </a:moveTo>
                  <a:lnTo>
                    <a:pt x="0" y="192947"/>
                  </a:lnTo>
                </a:path>
              </a:pathLst>
            </a:custGeom>
            <a:ln w="44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33227" y="8736340"/>
              <a:ext cx="0" cy="193040"/>
            </a:xfrm>
            <a:custGeom>
              <a:avLst/>
              <a:gdLst/>
              <a:ahLst/>
              <a:cxnLst/>
              <a:rect l="l" t="t" r="r" b="b"/>
              <a:pathLst>
                <a:path h="193040">
                  <a:moveTo>
                    <a:pt x="0" y="0"/>
                  </a:moveTo>
                  <a:lnTo>
                    <a:pt x="0" y="192947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33227" y="8736340"/>
              <a:ext cx="0" cy="193040"/>
            </a:xfrm>
            <a:custGeom>
              <a:avLst/>
              <a:gdLst/>
              <a:ahLst/>
              <a:cxnLst/>
              <a:rect l="l" t="t" r="r" b="b"/>
              <a:pathLst>
                <a:path h="193040">
                  <a:moveTo>
                    <a:pt x="0" y="0"/>
                  </a:moveTo>
                  <a:lnTo>
                    <a:pt x="0" y="192947"/>
                  </a:lnTo>
                </a:path>
              </a:pathLst>
            </a:custGeom>
            <a:ln w="44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902381" y="8736340"/>
              <a:ext cx="0" cy="193040"/>
            </a:xfrm>
            <a:custGeom>
              <a:avLst/>
              <a:gdLst/>
              <a:ahLst/>
              <a:cxnLst/>
              <a:rect l="l" t="t" r="r" b="b"/>
              <a:pathLst>
                <a:path h="193040">
                  <a:moveTo>
                    <a:pt x="0" y="0"/>
                  </a:moveTo>
                  <a:lnTo>
                    <a:pt x="0" y="192947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902381" y="8736340"/>
              <a:ext cx="0" cy="193040"/>
            </a:xfrm>
            <a:custGeom>
              <a:avLst/>
              <a:gdLst/>
              <a:ahLst/>
              <a:cxnLst/>
              <a:rect l="l" t="t" r="r" b="b"/>
              <a:pathLst>
                <a:path h="193040">
                  <a:moveTo>
                    <a:pt x="0" y="0"/>
                  </a:moveTo>
                  <a:lnTo>
                    <a:pt x="0" y="192947"/>
                  </a:lnTo>
                </a:path>
              </a:pathLst>
            </a:custGeom>
            <a:ln w="44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671539" y="8736340"/>
              <a:ext cx="0" cy="193040"/>
            </a:xfrm>
            <a:custGeom>
              <a:avLst/>
              <a:gdLst/>
              <a:ahLst/>
              <a:cxnLst/>
              <a:rect l="l" t="t" r="r" b="b"/>
              <a:pathLst>
                <a:path h="193040">
                  <a:moveTo>
                    <a:pt x="0" y="0"/>
                  </a:moveTo>
                  <a:lnTo>
                    <a:pt x="0" y="192947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671539" y="8736340"/>
              <a:ext cx="0" cy="193040"/>
            </a:xfrm>
            <a:custGeom>
              <a:avLst/>
              <a:gdLst/>
              <a:ahLst/>
              <a:cxnLst/>
              <a:rect l="l" t="t" r="r" b="b"/>
              <a:pathLst>
                <a:path h="193040">
                  <a:moveTo>
                    <a:pt x="0" y="0"/>
                  </a:moveTo>
                  <a:lnTo>
                    <a:pt x="0" y="192947"/>
                  </a:lnTo>
                </a:path>
              </a:pathLst>
            </a:custGeom>
            <a:ln w="44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440698" y="8736340"/>
              <a:ext cx="0" cy="193040"/>
            </a:xfrm>
            <a:custGeom>
              <a:avLst/>
              <a:gdLst/>
              <a:ahLst/>
              <a:cxnLst/>
              <a:rect l="l" t="t" r="r" b="b"/>
              <a:pathLst>
                <a:path h="193040">
                  <a:moveTo>
                    <a:pt x="0" y="0"/>
                  </a:moveTo>
                  <a:lnTo>
                    <a:pt x="0" y="192947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440698" y="8736340"/>
              <a:ext cx="0" cy="193040"/>
            </a:xfrm>
            <a:custGeom>
              <a:avLst/>
              <a:gdLst/>
              <a:ahLst/>
              <a:cxnLst/>
              <a:rect l="l" t="t" r="r" b="b"/>
              <a:pathLst>
                <a:path h="193040">
                  <a:moveTo>
                    <a:pt x="0" y="0"/>
                  </a:moveTo>
                  <a:lnTo>
                    <a:pt x="0" y="192947"/>
                  </a:lnTo>
                </a:path>
              </a:pathLst>
            </a:custGeom>
            <a:ln w="44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209850" y="8736340"/>
              <a:ext cx="0" cy="193040"/>
            </a:xfrm>
            <a:custGeom>
              <a:avLst/>
              <a:gdLst/>
              <a:ahLst/>
              <a:cxnLst/>
              <a:rect l="l" t="t" r="r" b="b"/>
              <a:pathLst>
                <a:path h="193040">
                  <a:moveTo>
                    <a:pt x="0" y="0"/>
                  </a:moveTo>
                  <a:lnTo>
                    <a:pt x="0" y="192947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209850" y="8736340"/>
              <a:ext cx="0" cy="193040"/>
            </a:xfrm>
            <a:custGeom>
              <a:avLst/>
              <a:gdLst/>
              <a:ahLst/>
              <a:cxnLst/>
              <a:rect l="l" t="t" r="r" b="b"/>
              <a:pathLst>
                <a:path h="193040">
                  <a:moveTo>
                    <a:pt x="0" y="0"/>
                  </a:moveTo>
                  <a:lnTo>
                    <a:pt x="0" y="192947"/>
                  </a:lnTo>
                </a:path>
              </a:pathLst>
            </a:custGeom>
            <a:ln w="44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40656" y="8736340"/>
              <a:ext cx="11092815" cy="0"/>
            </a:xfrm>
            <a:custGeom>
              <a:avLst/>
              <a:gdLst/>
              <a:ahLst/>
              <a:cxnLst/>
              <a:rect l="l" t="t" r="r" b="b"/>
              <a:pathLst>
                <a:path w="11092815">
                  <a:moveTo>
                    <a:pt x="0" y="0"/>
                  </a:moveTo>
                  <a:lnTo>
                    <a:pt x="11092611" y="0"/>
                  </a:lnTo>
                </a:path>
              </a:pathLst>
            </a:custGeom>
            <a:ln w="22051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47780" y="8736340"/>
              <a:ext cx="193040" cy="0"/>
            </a:xfrm>
            <a:custGeom>
              <a:avLst/>
              <a:gdLst/>
              <a:ahLst/>
              <a:cxnLst/>
              <a:rect l="l" t="t" r="r" b="b"/>
              <a:pathLst>
                <a:path w="193039">
                  <a:moveTo>
                    <a:pt x="192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47780" y="8736340"/>
              <a:ext cx="193040" cy="0"/>
            </a:xfrm>
            <a:custGeom>
              <a:avLst/>
              <a:gdLst/>
              <a:ahLst/>
              <a:cxnLst/>
              <a:rect l="l" t="t" r="r" b="b"/>
              <a:pathLst>
                <a:path w="193039">
                  <a:moveTo>
                    <a:pt x="192876" y="0"/>
                  </a:moveTo>
                  <a:lnTo>
                    <a:pt x="0" y="0"/>
                  </a:lnTo>
                </a:path>
              </a:pathLst>
            </a:custGeom>
            <a:ln w="44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40656" y="7201880"/>
              <a:ext cx="11092815" cy="0"/>
            </a:xfrm>
            <a:custGeom>
              <a:avLst/>
              <a:gdLst/>
              <a:ahLst/>
              <a:cxnLst/>
              <a:rect l="l" t="t" r="r" b="b"/>
              <a:pathLst>
                <a:path w="11092815">
                  <a:moveTo>
                    <a:pt x="0" y="0"/>
                  </a:moveTo>
                  <a:lnTo>
                    <a:pt x="504209" y="0"/>
                  </a:lnTo>
                </a:path>
                <a:path w="11092815">
                  <a:moveTo>
                    <a:pt x="1742617" y="0"/>
                  </a:moveTo>
                  <a:lnTo>
                    <a:pt x="2273365" y="0"/>
                  </a:lnTo>
                </a:path>
                <a:path w="11092815">
                  <a:moveTo>
                    <a:pt x="7050087" y="0"/>
                  </a:moveTo>
                  <a:lnTo>
                    <a:pt x="7580837" y="0"/>
                  </a:lnTo>
                </a:path>
                <a:path w="11092815">
                  <a:moveTo>
                    <a:pt x="3511774" y="0"/>
                  </a:moveTo>
                  <a:lnTo>
                    <a:pt x="6088218" y="0"/>
                  </a:lnTo>
                </a:path>
                <a:path w="11092815">
                  <a:moveTo>
                    <a:pt x="6154347" y="0"/>
                  </a:moveTo>
                  <a:lnTo>
                    <a:pt x="6430883" y="0"/>
                  </a:lnTo>
                </a:path>
                <a:path w="11092815">
                  <a:moveTo>
                    <a:pt x="8819248" y="0"/>
                  </a:moveTo>
                  <a:lnTo>
                    <a:pt x="11092611" y="0"/>
                  </a:lnTo>
                </a:path>
              </a:pathLst>
            </a:custGeom>
            <a:ln w="22051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47780" y="7201880"/>
              <a:ext cx="193040" cy="0"/>
            </a:xfrm>
            <a:custGeom>
              <a:avLst/>
              <a:gdLst/>
              <a:ahLst/>
              <a:cxnLst/>
              <a:rect l="l" t="t" r="r" b="b"/>
              <a:pathLst>
                <a:path w="193039">
                  <a:moveTo>
                    <a:pt x="192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47780" y="7201880"/>
              <a:ext cx="193040" cy="0"/>
            </a:xfrm>
            <a:custGeom>
              <a:avLst/>
              <a:gdLst/>
              <a:ahLst/>
              <a:cxnLst/>
              <a:rect l="l" t="t" r="r" b="b"/>
              <a:pathLst>
                <a:path w="193039">
                  <a:moveTo>
                    <a:pt x="192876" y="0"/>
                  </a:moveTo>
                  <a:lnTo>
                    <a:pt x="0" y="0"/>
                  </a:lnTo>
                </a:path>
              </a:pathLst>
            </a:custGeom>
            <a:ln w="44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40656" y="5667421"/>
              <a:ext cx="11092815" cy="0"/>
            </a:xfrm>
            <a:custGeom>
              <a:avLst/>
              <a:gdLst/>
              <a:ahLst/>
              <a:cxnLst/>
              <a:rect l="l" t="t" r="r" b="b"/>
              <a:pathLst>
                <a:path w="11092815">
                  <a:moveTo>
                    <a:pt x="1123413" y="0"/>
                  </a:moveTo>
                  <a:lnTo>
                    <a:pt x="2273365" y="0"/>
                  </a:lnTo>
                </a:path>
                <a:path w="11092815">
                  <a:moveTo>
                    <a:pt x="3511774" y="0"/>
                  </a:moveTo>
                  <a:lnTo>
                    <a:pt x="7580837" y="0"/>
                  </a:lnTo>
                </a:path>
                <a:path w="11092815">
                  <a:moveTo>
                    <a:pt x="0" y="0"/>
                  </a:moveTo>
                  <a:lnTo>
                    <a:pt x="504209" y="0"/>
                  </a:lnTo>
                </a:path>
                <a:path w="11092815">
                  <a:moveTo>
                    <a:pt x="8819248" y="0"/>
                  </a:moveTo>
                  <a:lnTo>
                    <a:pt x="11092611" y="0"/>
                  </a:lnTo>
                </a:path>
              </a:pathLst>
            </a:custGeom>
            <a:ln w="22051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47780" y="5667421"/>
              <a:ext cx="193040" cy="0"/>
            </a:xfrm>
            <a:custGeom>
              <a:avLst/>
              <a:gdLst/>
              <a:ahLst/>
              <a:cxnLst/>
              <a:rect l="l" t="t" r="r" b="b"/>
              <a:pathLst>
                <a:path w="193039">
                  <a:moveTo>
                    <a:pt x="192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47780" y="5667421"/>
              <a:ext cx="193040" cy="0"/>
            </a:xfrm>
            <a:custGeom>
              <a:avLst/>
              <a:gdLst/>
              <a:ahLst/>
              <a:cxnLst/>
              <a:rect l="l" t="t" r="r" b="b"/>
              <a:pathLst>
                <a:path w="193039">
                  <a:moveTo>
                    <a:pt x="192876" y="0"/>
                  </a:moveTo>
                  <a:lnTo>
                    <a:pt x="0" y="0"/>
                  </a:lnTo>
                </a:path>
              </a:pathLst>
            </a:custGeom>
            <a:ln w="44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40656" y="4132960"/>
              <a:ext cx="11092815" cy="0"/>
            </a:xfrm>
            <a:custGeom>
              <a:avLst/>
              <a:gdLst/>
              <a:ahLst/>
              <a:cxnLst/>
              <a:rect l="l" t="t" r="r" b="b"/>
              <a:pathLst>
                <a:path w="11092815">
                  <a:moveTo>
                    <a:pt x="0" y="0"/>
                  </a:moveTo>
                  <a:lnTo>
                    <a:pt x="2273365" y="0"/>
                  </a:lnTo>
                </a:path>
                <a:path w="11092815">
                  <a:moveTo>
                    <a:pt x="3511774" y="0"/>
                  </a:moveTo>
                  <a:lnTo>
                    <a:pt x="11092611" y="0"/>
                  </a:lnTo>
                </a:path>
              </a:pathLst>
            </a:custGeom>
            <a:ln w="22051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047780" y="4132960"/>
              <a:ext cx="193040" cy="0"/>
            </a:xfrm>
            <a:custGeom>
              <a:avLst/>
              <a:gdLst/>
              <a:ahLst/>
              <a:cxnLst/>
              <a:rect l="l" t="t" r="r" b="b"/>
              <a:pathLst>
                <a:path w="193039">
                  <a:moveTo>
                    <a:pt x="192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47780" y="4132960"/>
              <a:ext cx="193040" cy="0"/>
            </a:xfrm>
            <a:custGeom>
              <a:avLst/>
              <a:gdLst/>
              <a:ahLst/>
              <a:cxnLst/>
              <a:rect l="l" t="t" r="r" b="b"/>
              <a:pathLst>
                <a:path w="193039">
                  <a:moveTo>
                    <a:pt x="192876" y="0"/>
                  </a:moveTo>
                  <a:lnTo>
                    <a:pt x="0" y="0"/>
                  </a:lnTo>
                </a:path>
              </a:pathLst>
            </a:custGeom>
            <a:ln w="44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40656" y="2598499"/>
              <a:ext cx="11092815" cy="0"/>
            </a:xfrm>
            <a:custGeom>
              <a:avLst/>
              <a:gdLst/>
              <a:ahLst/>
              <a:cxnLst/>
              <a:rect l="l" t="t" r="r" b="b"/>
              <a:pathLst>
                <a:path w="11092815">
                  <a:moveTo>
                    <a:pt x="0" y="0"/>
                  </a:moveTo>
                  <a:lnTo>
                    <a:pt x="11092611" y="0"/>
                  </a:lnTo>
                </a:path>
              </a:pathLst>
            </a:custGeom>
            <a:ln w="22051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47780" y="2598499"/>
              <a:ext cx="193040" cy="0"/>
            </a:xfrm>
            <a:custGeom>
              <a:avLst/>
              <a:gdLst/>
              <a:ahLst/>
              <a:cxnLst/>
              <a:rect l="l" t="t" r="r" b="b"/>
              <a:pathLst>
                <a:path w="193039">
                  <a:moveTo>
                    <a:pt x="192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047780" y="2598499"/>
              <a:ext cx="193040" cy="0"/>
            </a:xfrm>
            <a:custGeom>
              <a:avLst/>
              <a:gdLst/>
              <a:ahLst/>
              <a:cxnLst/>
              <a:rect l="l" t="t" r="r" b="b"/>
              <a:pathLst>
                <a:path w="193039">
                  <a:moveTo>
                    <a:pt x="192876" y="0"/>
                  </a:moveTo>
                  <a:lnTo>
                    <a:pt x="0" y="0"/>
                  </a:lnTo>
                </a:path>
              </a:pathLst>
            </a:custGeom>
            <a:ln w="44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744857" y="3800861"/>
              <a:ext cx="9465310" cy="4935855"/>
            </a:xfrm>
            <a:custGeom>
              <a:avLst/>
              <a:gdLst/>
              <a:ahLst/>
              <a:cxnLst/>
              <a:rect l="l" t="t" r="r" b="b"/>
              <a:pathLst>
                <a:path w="9465310" h="4935855">
                  <a:moveTo>
                    <a:pt x="619201" y="1478178"/>
                  </a:moveTo>
                  <a:lnTo>
                    <a:pt x="0" y="1478178"/>
                  </a:lnTo>
                  <a:lnTo>
                    <a:pt x="0" y="4935486"/>
                  </a:lnTo>
                  <a:lnTo>
                    <a:pt x="619201" y="4935486"/>
                  </a:lnTo>
                  <a:lnTo>
                    <a:pt x="619201" y="1478178"/>
                  </a:lnTo>
                  <a:close/>
                </a:path>
                <a:path w="9465310" h="4935855">
                  <a:moveTo>
                    <a:pt x="2388362" y="0"/>
                  </a:moveTo>
                  <a:lnTo>
                    <a:pt x="1769160" y="0"/>
                  </a:lnTo>
                  <a:lnTo>
                    <a:pt x="1769160" y="4935486"/>
                  </a:lnTo>
                  <a:lnTo>
                    <a:pt x="2388362" y="4935486"/>
                  </a:lnTo>
                  <a:lnTo>
                    <a:pt x="2388362" y="0"/>
                  </a:lnTo>
                  <a:close/>
                </a:path>
                <a:path w="9465310" h="4935855">
                  <a:moveTo>
                    <a:pt x="4157522" y="3922699"/>
                  </a:moveTo>
                  <a:lnTo>
                    <a:pt x="3538309" y="3922699"/>
                  </a:lnTo>
                  <a:lnTo>
                    <a:pt x="3538309" y="4935486"/>
                  </a:lnTo>
                  <a:lnTo>
                    <a:pt x="4157522" y="4935486"/>
                  </a:lnTo>
                  <a:lnTo>
                    <a:pt x="4157522" y="3922699"/>
                  </a:lnTo>
                  <a:close/>
                </a:path>
                <a:path w="9465310" h="4935855">
                  <a:moveTo>
                    <a:pt x="5926671" y="3591280"/>
                  </a:moveTo>
                  <a:lnTo>
                    <a:pt x="5307469" y="3591280"/>
                  </a:lnTo>
                  <a:lnTo>
                    <a:pt x="5307469" y="4935486"/>
                  </a:lnTo>
                  <a:lnTo>
                    <a:pt x="5926671" y="4935486"/>
                  </a:lnTo>
                  <a:lnTo>
                    <a:pt x="5926671" y="3591280"/>
                  </a:lnTo>
                  <a:close/>
                </a:path>
                <a:path w="9465310" h="4935855">
                  <a:moveTo>
                    <a:pt x="7695832" y="842873"/>
                  </a:moveTo>
                  <a:lnTo>
                    <a:pt x="7076630" y="842873"/>
                  </a:lnTo>
                  <a:lnTo>
                    <a:pt x="7076630" y="4935486"/>
                  </a:lnTo>
                  <a:lnTo>
                    <a:pt x="7695832" y="4935486"/>
                  </a:lnTo>
                  <a:lnTo>
                    <a:pt x="7695832" y="842873"/>
                  </a:lnTo>
                  <a:close/>
                </a:path>
                <a:path w="9465310" h="4935855">
                  <a:moveTo>
                    <a:pt x="9464980" y="4433278"/>
                  </a:moveTo>
                  <a:lnTo>
                    <a:pt x="8845779" y="4433278"/>
                  </a:lnTo>
                  <a:lnTo>
                    <a:pt x="8845779" y="4935486"/>
                  </a:lnTo>
                  <a:lnTo>
                    <a:pt x="9464980" y="4935486"/>
                  </a:lnTo>
                  <a:lnTo>
                    <a:pt x="9464980" y="4433278"/>
                  </a:lnTo>
                  <a:close/>
                </a:path>
              </a:pathLst>
            </a:custGeom>
            <a:solidFill>
              <a:srgbClr val="4A4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64059" y="3862571"/>
              <a:ext cx="9465310" cy="4874260"/>
            </a:xfrm>
            <a:custGeom>
              <a:avLst/>
              <a:gdLst/>
              <a:ahLst/>
              <a:cxnLst/>
              <a:rect l="l" t="t" r="r" b="b"/>
              <a:pathLst>
                <a:path w="9465310" h="4874259">
                  <a:moveTo>
                    <a:pt x="619213" y="2147582"/>
                  </a:moveTo>
                  <a:lnTo>
                    <a:pt x="0" y="2147582"/>
                  </a:lnTo>
                  <a:lnTo>
                    <a:pt x="0" y="4873777"/>
                  </a:lnTo>
                  <a:lnTo>
                    <a:pt x="619213" y="4873777"/>
                  </a:lnTo>
                  <a:lnTo>
                    <a:pt x="619213" y="2147582"/>
                  </a:lnTo>
                  <a:close/>
                </a:path>
                <a:path w="9465310" h="4874259">
                  <a:moveTo>
                    <a:pt x="2388362" y="0"/>
                  </a:moveTo>
                  <a:lnTo>
                    <a:pt x="1769160" y="0"/>
                  </a:lnTo>
                  <a:lnTo>
                    <a:pt x="1769160" y="4873777"/>
                  </a:lnTo>
                  <a:lnTo>
                    <a:pt x="2388362" y="4873777"/>
                  </a:lnTo>
                  <a:lnTo>
                    <a:pt x="2388362" y="0"/>
                  </a:lnTo>
                  <a:close/>
                </a:path>
                <a:path w="9465310" h="4874259">
                  <a:moveTo>
                    <a:pt x="4157522" y="3761041"/>
                  </a:moveTo>
                  <a:lnTo>
                    <a:pt x="3538321" y="3761041"/>
                  </a:lnTo>
                  <a:lnTo>
                    <a:pt x="3538321" y="4873777"/>
                  </a:lnTo>
                  <a:lnTo>
                    <a:pt x="4157522" y="4873777"/>
                  </a:lnTo>
                  <a:lnTo>
                    <a:pt x="4157522" y="3761041"/>
                  </a:lnTo>
                  <a:close/>
                </a:path>
                <a:path w="9465310" h="4874259">
                  <a:moveTo>
                    <a:pt x="5926683" y="3238055"/>
                  </a:moveTo>
                  <a:lnTo>
                    <a:pt x="5307469" y="3238055"/>
                  </a:lnTo>
                  <a:lnTo>
                    <a:pt x="5307469" y="4873777"/>
                  </a:lnTo>
                  <a:lnTo>
                    <a:pt x="5926683" y="4873777"/>
                  </a:lnTo>
                  <a:lnTo>
                    <a:pt x="5926683" y="3238055"/>
                  </a:lnTo>
                  <a:close/>
                </a:path>
                <a:path w="9465310" h="4874259">
                  <a:moveTo>
                    <a:pt x="7695844" y="511860"/>
                  </a:moveTo>
                  <a:lnTo>
                    <a:pt x="7076630" y="511860"/>
                  </a:lnTo>
                  <a:lnTo>
                    <a:pt x="7076630" y="4873777"/>
                  </a:lnTo>
                  <a:lnTo>
                    <a:pt x="7695844" y="4873777"/>
                  </a:lnTo>
                  <a:lnTo>
                    <a:pt x="7695844" y="511860"/>
                  </a:lnTo>
                  <a:close/>
                </a:path>
                <a:path w="9465310" h="4874259">
                  <a:moveTo>
                    <a:pt x="9464992" y="4239514"/>
                  </a:moveTo>
                  <a:lnTo>
                    <a:pt x="8845791" y="4239514"/>
                  </a:lnTo>
                  <a:lnTo>
                    <a:pt x="8845791" y="4873777"/>
                  </a:lnTo>
                  <a:lnTo>
                    <a:pt x="9464992" y="4873777"/>
                  </a:lnTo>
                  <a:lnTo>
                    <a:pt x="9464992" y="4239514"/>
                  </a:lnTo>
                  <a:close/>
                </a:path>
              </a:pathLst>
            </a:custGeom>
            <a:solidFill>
              <a:srgbClr val="C5B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16699" y="3547425"/>
              <a:ext cx="9121775" cy="5095875"/>
            </a:xfrm>
            <a:custGeom>
              <a:avLst/>
              <a:gdLst/>
              <a:ahLst/>
              <a:cxnLst/>
              <a:rect l="l" t="t" r="r" b="b"/>
              <a:pathLst>
                <a:path w="9121775" h="5095875">
                  <a:moveTo>
                    <a:pt x="137769" y="2134849"/>
                  </a:moveTo>
                  <a:lnTo>
                    <a:pt x="137769" y="1328359"/>
                  </a:lnTo>
                </a:path>
                <a:path w="9121775" h="5095875">
                  <a:moveTo>
                    <a:pt x="1906925" y="506867"/>
                  </a:moveTo>
                  <a:lnTo>
                    <a:pt x="1906925" y="0"/>
                  </a:lnTo>
                </a:path>
                <a:path w="9121775" h="5095875">
                  <a:moveTo>
                    <a:pt x="3676082" y="4391172"/>
                  </a:moveTo>
                  <a:lnTo>
                    <a:pt x="3676082" y="3961098"/>
                  </a:lnTo>
                </a:path>
                <a:path w="9121775" h="5095875">
                  <a:moveTo>
                    <a:pt x="5445240" y="4087939"/>
                  </a:moveTo>
                  <a:lnTo>
                    <a:pt x="5445240" y="3601471"/>
                  </a:lnTo>
                </a:path>
                <a:path w="9121775" h="5095875">
                  <a:moveTo>
                    <a:pt x="7214392" y="1348316"/>
                  </a:moveTo>
                  <a:lnTo>
                    <a:pt x="7214392" y="844287"/>
                  </a:lnTo>
                </a:path>
                <a:path w="9121775" h="5095875">
                  <a:moveTo>
                    <a:pt x="8983551" y="5095674"/>
                  </a:moveTo>
                  <a:lnTo>
                    <a:pt x="8983551" y="4277749"/>
                  </a:lnTo>
                </a:path>
                <a:path w="9121775" h="5095875">
                  <a:moveTo>
                    <a:pt x="275538" y="2134849"/>
                  </a:moveTo>
                  <a:lnTo>
                    <a:pt x="0" y="2134849"/>
                  </a:lnTo>
                </a:path>
                <a:path w="9121775" h="5095875">
                  <a:moveTo>
                    <a:pt x="2044694" y="506867"/>
                  </a:moveTo>
                  <a:lnTo>
                    <a:pt x="1769156" y="506867"/>
                  </a:lnTo>
                </a:path>
                <a:path w="9121775" h="5095875">
                  <a:moveTo>
                    <a:pt x="3813851" y="4391172"/>
                  </a:moveTo>
                  <a:lnTo>
                    <a:pt x="3538313" y="4391172"/>
                  </a:lnTo>
                </a:path>
                <a:path w="9121775" h="5095875">
                  <a:moveTo>
                    <a:pt x="5583009" y="4087939"/>
                  </a:moveTo>
                  <a:lnTo>
                    <a:pt x="5307471" y="4087939"/>
                  </a:lnTo>
                </a:path>
                <a:path w="9121775" h="5095875">
                  <a:moveTo>
                    <a:pt x="7352161" y="1348316"/>
                  </a:moveTo>
                  <a:lnTo>
                    <a:pt x="7076623" y="1348316"/>
                  </a:lnTo>
                </a:path>
                <a:path w="9121775" h="5095875">
                  <a:moveTo>
                    <a:pt x="9121320" y="5095674"/>
                  </a:moveTo>
                  <a:lnTo>
                    <a:pt x="8845782" y="5095674"/>
                  </a:lnTo>
                </a:path>
                <a:path w="9121775" h="5095875">
                  <a:moveTo>
                    <a:pt x="275538" y="1328359"/>
                  </a:moveTo>
                  <a:lnTo>
                    <a:pt x="0" y="1328359"/>
                  </a:lnTo>
                </a:path>
                <a:path w="9121775" h="5095875">
                  <a:moveTo>
                    <a:pt x="2044694" y="0"/>
                  </a:moveTo>
                  <a:lnTo>
                    <a:pt x="1769156" y="0"/>
                  </a:lnTo>
                </a:path>
                <a:path w="9121775" h="5095875">
                  <a:moveTo>
                    <a:pt x="3813851" y="3961098"/>
                  </a:moveTo>
                  <a:lnTo>
                    <a:pt x="3538313" y="3961098"/>
                  </a:lnTo>
                </a:path>
                <a:path w="9121775" h="5095875">
                  <a:moveTo>
                    <a:pt x="5583009" y="3601471"/>
                  </a:moveTo>
                  <a:lnTo>
                    <a:pt x="5307471" y="3601471"/>
                  </a:lnTo>
                </a:path>
                <a:path w="9121775" h="5095875">
                  <a:moveTo>
                    <a:pt x="7352161" y="844287"/>
                  </a:moveTo>
                  <a:lnTo>
                    <a:pt x="7076623" y="844287"/>
                  </a:lnTo>
                </a:path>
                <a:path w="9121775" h="5095875">
                  <a:moveTo>
                    <a:pt x="9121320" y="4277749"/>
                  </a:moveTo>
                  <a:lnTo>
                    <a:pt x="8845782" y="4277749"/>
                  </a:lnTo>
                </a:path>
              </a:pathLst>
            </a:custGeom>
            <a:ln w="661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40656" y="2566988"/>
              <a:ext cx="11092815" cy="6169660"/>
            </a:xfrm>
            <a:custGeom>
              <a:avLst/>
              <a:gdLst/>
              <a:ahLst/>
              <a:cxnLst/>
              <a:rect l="l" t="t" r="r" b="b"/>
              <a:pathLst>
                <a:path w="11092815" h="6169659">
                  <a:moveTo>
                    <a:pt x="0" y="6169352"/>
                  </a:moveTo>
                  <a:lnTo>
                    <a:pt x="0" y="0"/>
                  </a:lnTo>
                </a:path>
                <a:path w="11092815" h="6169659">
                  <a:moveTo>
                    <a:pt x="0" y="6169352"/>
                  </a:moveTo>
                  <a:lnTo>
                    <a:pt x="11092611" y="6169352"/>
                  </a:lnTo>
                </a:path>
              </a:pathLst>
            </a:custGeom>
            <a:ln w="440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4517820" y="2937036"/>
              <a:ext cx="386080" cy="270510"/>
            </a:xfrm>
            <a:custGeom>
              <a:avLst/>
              <a:gdLst/>
              <a:ahLst/>
              <a:cxnLst/>
              <a:rect l="l" t="t" r="r" b="b"/>
              <a:pathLst>
                <a:path w="386080" h="270510">
                  <a:moveTo>
                    <a:pt x="385753" y="0"/>
                  </a:moveTo>
                  <a:lnTo>
                    <a:pt x="0" y="0"/>
                  </a:lnTo>
                  <a:lnTo>
                    <a:pt x="0" y="270126"/>
                  </a:lnTo>
                  <a:lnTo>
                    <a:pt x="385753" y="270126"/>
                  </a:lnTo>
                  <a:lnTo>
                    <a:pt x="385753" y="0"/>
                  </a:lnTo>
                  <a:close/>
                </a:path>
              </a:pathLst>
            </a:custGeom>
            <a:solidFill>
              <a:srgbClr val="4A4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57101" y="2925286"/>
              <a:ext cx="339036" cy="28194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19289" y="2991061"/>
              <a:ext cx="178214" cy="22111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5668854" y="2913893"/>
              <a:ext cx="34925" cy="293370"/>
            </a:xfrm>
            <a:custGeom>
              <a:avLst/>
              <a:gdLst/>
              <a:ahLst/>
              <a:cxnLst/>
              <a:rect l="l" t="t" r="r" b="b"/>
              <a:pathLst>
                <a:path w="34925" h="293369">
                  <a:moveTo>
                    <a:pt x="34721" y="82194"/>
                  </a:moveTo>
                  <a:lnTo>
                    <a:pt x="0" y="82194"/>
                  </a:lnTo>
                  <a:lnTo>
                    <a:pt x="0" y="293281"/>
                  </a:lnTo>
                  <a:lnTo>
                    <a:pt x="34721" y="293281"/>
                  </a:lnTo>
                  <a:lnTo>
                    <a:pt x="34721" y="82194"/>
                  </a:lnTo>
                  <a:close/>
                </a:path>
                <a:path w="34925" h="293369">
                  <a:moveTo>
                    <a:pt x="34721" y="0"/>
                  </a:moveTo>
                  <a:lnTo>
                    <a:pt x="0" y="0"/>
                  </a:lnTo>
                  <a:lnTo>
                    <a:pt x="0" y="43980"/>
                  </a:lnTo>
                  <a:lnTo>
                    <a:pt x="34721" y="43980"/>
                  </a:lnTo>
                  <a:lnTo>
                    <a:pt x="347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74954" y="2991061"/>
              <a:ext cx="176675" cy="21610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4517820" y="3502957"/>
              <a:ext cx="386080" cy="270510"/>
            </a:xfrm>
            <a:custGeom>
              <a:avLst/>
              <a:gdLst/>
              <a:ahLst/>
              <a:cxnLst/>
              <a:rect l="l" t="t" r="r" b="b"/>
              <a:pathLst>
                <a:path w="386080" h="270510">
                  <a:moveTo>
                    <a:pt x="385753" y="0"/>
                  </a:moveTo>
                  <a:lnTo>
                    <a:pt x="0" y="0"/>
                  </a:lnTo>
                  <a:lnTo>
                    <a:pt x="0" y="270126"/>
                  </a:lnTo>
                  <a:lnTo>
                    <a:pt x="385753" y="270126"/>
                  </a:lnTo>
                  <a:lnTo>
                    <a:pt x="385753" y="0"/>
                  </a:lnTo>
                  <a:close/>
                </a:path>
              </a:pathLst>
            </a:custGeom>
            <a:solidFill>
              <a:srgbClr val="C5B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057101" y="3491706"/>
              <a:ext cx="387820" cy="28639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86198" y="3556982"/>
              <a:ext cx="161241" cy="22111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5676758" y="3502186"/>
              <a:ext cx="132080" cy="271145"/>
            </a:xfrm>
            <a:custGeom>
              <a:avLst/>
              <a:gdLst/>
              <a:ahLst/>
              <a:cxnLst/>
              <a:rect l="l" t="t" r="r" b="b"/>
              <a:pathLst>
                <a:path w="132080" h="271145">
                  <a:moveTo>
                    <a:pt x="60176" y="0"/>
                  </a:moveTo>
                  <a:lnTo>
                    <a:pt x="25454" y="0"/>
                  </a:lnTo>
                  <a:lnTo>
                    <a:pt x="25454" y="59812"/>
                  </a:lnTo>
                  <a:lnTo>
                    <a:pt x="0" y="59812"/>
                  </a:lnTo>
                  <a:lnTo>
                    <a:pt x="0" y="86825"/>
                  </a:lnTo>
                  <a:lnTo>
                    <a:pt x="25454" y="86825"/>
                  </a:lnTo>
                  <a:lnTo>
                    <a:pt x="25454" y="201436"/>
                  </a:lnTo>
                  <a:lnTo>
                    <a:pt x="33918" y="246803"/>
                  </a:lnTo>
                  <a:lnTo>
                    <a:pt x="77388" y="269956"/>
                  </a:lnTo>
                  <a:lnTo>
                    <a:pt x="96049" y="270897"/>
                  </a:lnTo>
                  <a:lnTo>
                    <a:pt x="131535" y="270897"/>
                  </a:lnTo>
                  <a:lnTo>
                    <a:pt x="131535" y="241955"/>
                  </a:lnTo>
                  <a:lnTo>
                    <a:pt x="96049" y="241955"/>
                  </a:lnTo>
                  <a:lnTo>
                    <a:pt x="85995" y="241515"/>
                  </a:lnTo>
                  <a:lnTo>
                    <a:pt x="60176" y="201436"/>
                  </a:lnTo>
                  <a:lnTo>
                    <a:pt x="60176" y="86825"/>
                  </a:lnTo>
                  <a:lnTo>
                    <a:pt x="131535" y="86825"/>
                  </a:lnTo>
                  <a:lnTo>
                    <a:pt x="131535" y="59812"/>
                  </a:lnTo>
                  <a:lnTo>
                    <a:pt x="60176" y="59812"/>
                  </a:lnTo>
                  <a:lnTo>
                    <a:pt x="60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/>
          <p:nvPr/>
        </p:nvSpPr>
        <p:spPr>
          <a:xfrm>
            <a:off x="5820231" y="9133785"/>
            <a:ext cx="213360" cy="281940"/>
          </a:xfrm>
          <a:custGeom>
            <a:avLst/>
            <a:gdLst/>
            <a:ahLst/>
            <a:cxnLst/>
            <a:rect l="l" t="t" r="r" b="b"/>
            <a:pathLst>
              <a:path w="213360" h="281940">
                <a:moveTo>
                  <a:pt x="212934" y="0"/>
                </a:moveTo>
                <a:lnTo>
                  <a:pt x="175902" y="0"/>
                </a:lnTo>
                <a:lnTo>
                  <a:pt x="175902" y="235395"/>
                </a:lnTo>
                <a:lnTo>
                  <a:pt x="51304" y="0"/>
                </a:lnTo>
                <a:lnTo>
                  <a:pt x="0" y="0"/>
                </a:lnTo>
                <a:lnTo>
                  <a:pt x="0" y="281318"/>
                </a:lnTo>
                <a:lnTo>
                  <a:pt x="37031" y="281318"/>
                </a:lnTo>
                <a:lnTo>
                  <a:pt x="37031" y="45922"/>
                </a:lnTo>
                <a:lnTo>
                  <a:pt x="161629" y="281318"/>
                </a:lnTo>
                <a:lnTo>
                  <a:pt x="212934" y="281318"/>
                </a:lnTo>
                <a:lnTo>
                  <a:pt x="2129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092572" y="9128768"/>
            <a:ext cx="260985" cy="291465"/>
          </a:xfrm>
          <a:custGeom>
            <a:avLst/>
            <a:gdLst/>
            <a:ahLst/>
            <a:cxnLst/>
            <a:rect l="l" t="t" r="r" b="b"/>
            <a:pathLst>
              <a:path w="260985" h="291465">
                <a:moveTo>
                  <a:pt x="130384" y="0"/>
                </a:moveTo>
                <a:lnTo>
                  <a:pt x="76861" y="10033"/>
                </a:lnTo>
                <a:lnTo>
                  <a:pt x="35488" y="39747"/>
                </a:lnTo>
                <a:lnTo>
                  <a:pt x="8775" y="86006"/>
                </a:lnTo>
                <a:lnTo>
                  <a:pt x="0" y="145868"/>
                </a:lnTo>
                <a:lnTo>
                  <a:pt x="2181" y="177644"/>
                </a:lnTo>
                <a:lnTo>
                  <a:pt x="19854" y="230632"/>
                </a:lnTo>
                <a:lnTo>
                  <a:pt x="54656" y="269209"/>
                </a:lnTo>
                <a:lnTo>
                  <a:pt x="102103" y="288891"/>
                </a:lnTo>
                <a:lnTo>
                  <a:pt x="130384" y="291351"/>
                </a:lnTo>
                <a:lnTo>
                  <a:pt x="158387" y="288891"/>
                </a:lnTo>
                <a:lnTo>
                  <a:pt x="183425" y="281510"/>
                </a:lnTo>
                <a:lnTo>
                  <a:pt x="205569" y="269209"/>
                </a:lnTo>
                <a:lnTo>
                  <a:pt x="214933" y="260865"/>
                </a:lnTo>
                <a:lnTo>
                  <a:pt x="130384" y="260865"/>
                </a:lnTo>
                <a:lnTo>
                  <a:pt x="110638" y="258972"/>
                </a:lnTo>
                <a:lnTo>
                  <a:pt x="64421" y="229994"/>
                </a:lnTo>
                <a:lnTo>
                  <a:pt x="46194" y="193575"/>
                </a:lnTo>
                <a:lnTo>
                  <a:pt x="40118" y="145868"/>
                </a:lnTo>
                <a:lnTo>
                  <a:pt x="41637" y="120677"/>
                </a:lnTo>
                <a:lnTo>
                  <a:pt x="53788" y="78686"/>
                </a:lnTo>
                <a:lnTo>
                  <a:pt x="77657" y="48291"/>
                </a:lnTo>
                <a:lnTo>
                  <a:pt x="130384" y="30872"/>
                </a:lnTo>
                <a:lnTo>
                  <a:pt x="214969" y="30872"/>
                </a:lnTo>
                <a:lnTo>
                  <a:pt x="205569" y="22466"/>
                </a:lnTo>
                <a:lnTo>
                  <a:pt x="183425" y="10033"/>
                </a:lnTo>
                <a:lnTo>
                  <a:pt x="158387" y="2520"/>
                </a:lnTo>
                <a:lnTo>
                  <a:pt x="130384" y="0"/>
                </a:lnTo>
                <a:close/>
              </a:path>
              <a:path w="260985" h="291465">
                <a:moveTo>
                  <a:pt x="214969" y="30872"/>
                </a:moveTo>
                <a:lnTo>
                  <a:pt x="130384" y="30872"/>
                </a:lnTo>
                <a:lnTo>
                  <a:pt x="149907" y="32819"/>
                </a:lnTo>
                <a:lnTo>
                  <a:pt x="167368" y="38638"/>
                </a:lnTo>
                <a:lnTo>
                  <a:pt x="206594" y="78686"/>
                </a:lnTo>
                <a:lnTo>
                  <a:pt x="218745" y="120677"/>
                </a:lnTo>
                <a:lnTo>
                  <a:pt x="220264" y="145868"/>
                </a:lnTo>
                <a:lnTo>
                  <a:pt x="218745" y="171114"/>
                </a:lnTo>
                <a:lnTo>
                  <a:pt x="206594" y="213213"/>
                </a:lnTo>
                <a:lnTo>
                  <a:pt x="182732" y="243608"/>
                </a:lnTo>
                <a:lnTo>
                  <a:pt x="130384" y="260865"/>
                </a:lnTo>
                <a:lnTo>
                  <a:pt x="214933" y="260865"/>
                </a:lnTo>
                <a:lnTo>
                  <a:pt x="240366" y="230632"/>
                </a:lnTo>
                <a:lnTo>
                  <a:pt x="258147" y="177644"/>
                </a:lnTo>
                <a:lnTo>
                  <a:pt x="260383" y="145868"/>
                </a:lnTo>
                <a:lnTo>
                  <a:pt x="258147" y="114255"/>
                </a:lnTo>
                <a:lnTo>
                  <a:pt x="251462" y="86006"/>
                </a:lnTo>
                <a:lnTo>
                  <a:pt x="240366" y="61158"/>
                </a:lnTo>
                <a:lnTo>
                  <a:pt x="224893" y="39747"/>
                </a:lnTo>
                <a:lnTo>
                  <a:pt x="214969" y="308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408118" y="9133785"/>
            <a:ext cx="215265" cy="286385"/>
          </a:xfrm>
          <a:custGeom>
            <a:avLst/>
            <a:gdLst/>
            <a:ahLst/>
            <a:cxnLst/>
            <a:rect l="l" t="t" r="r" b="b"/>
            <a:pathLst>
              <a:path w="215265" h="286384">
                <a:moveTo>
                  <a:pt x="215249" y="0"/>
                </a:moveTo>
                <a:lnTo>
                  <a:pt x="177060" y="0"/>
                </a:lnTo>
                <a:lnTo>
                  <a:pt x="177060" y="170951"/>
                </a:lnTo>
                <a:lnTo>
                  <a:pt x="175987" y="191995"/>
                </a:lnTo>
                <a:lnTo>
                  <a:pt x="160472" y="236167"/>
                </a:lnTo>
                <a:lnTo>
                  <a:pt x="124615" y="254618"/>
                </a:lnTo>
                <a:lnTo>
                  <a:pt x="107624" y="255848"/>
                </a:lnTo>
                <a:lnTo>
                  <a:pt x="90410" y="254618"/>
                </a:lnTo>
                <a:lnTo>
                  <a:pt x="54391" y="236167"/>
                </a:lnTo>
                <a:lnTo>
                  <a:pt x="39201" y="191995"/>
                </a:lnTo>
                <a:lnTo>
                  <a:pt x="38189" y="170951"/>
                </a:lnTo>
                <a:lnTo>
                  <a:pt x="38189" y="0"/>
                </a:lnTo>
                <a:lnTo>
                  <a:pt x="0" y="0"/>
                </a:lnTo>
                <a:lnTo>
                  <a:pt x="0" y="175582"/>
                </a:lnTo>
                <a:lnTo>
                  <a:pt x="1669" y="201569"/>
                </a:lnTo>
                <a:lnTo>
                  <a:pt x="15134" y="242981"/>
                </a:lnTo>
                <a:lnTo>
                  <a:pt x="42257" y="270705"/>
                </a:lnTo>
                <a:lnTo>
                  <a:pt x="82604" y="284598"/>
                </a:lnTo>
                <a:lnTo>
                  <a:pt x="107624" y="286334"/>
                </a:lnTo>
                <a:lnTo>
                  <a:pt x="132584" y="284598"/>
                </a:lnTo>
                <a:lnTo>
                  <a:pt x="172666" y="270705"/>
                </a:lnTo>
                <a:lnTo>
                  <a:pt x="199789" y="242981"/>
                </a:lnTo>
                <a:lnTo>
                  <a:pt x="213520" y="201569"/>
                </a:lnTo>
                <a:lnTo>
                  <a:pt x="215249" y="175582"/>
                </a:lnTo>
                <a:lnTo>
                  <a:pt x="2152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694733" y="9133785"/>
            <a:ext cx="213360" cy="281940"/>
          </a:xfrm>
          <a:custGeom>
            <a:avLst/>
            <a:gdLst/>
            <a:ahLst/>
            <a:cxnLst/>
            <a:rect l="l" t="t" r="r" b="b"/>
            <a:pathLst>
              <a:path w="213359" h="281940">
                <a:moveTo>
                  <a:pt x="212935" y="0"/>
                </a:moveTo>
                <a:lnTo>
                  <a:pt x="175903" y="0"/>
                </a:lnTo>
                <a:lnTo>
                  <a:pt x="175903" y="235395"/>
                </a:lnTo>
                <a:lnTo>
                  <a:pt x="51305" y="0"/>
                </a:lnTo>
                <a:lnTo>
                  <a:pt x="0" y="0"/>
                </a:lnTo>
                <a:lnTo>
                  <a:pt x="0" y="281318"/>
                </a:lnTo>
                <a:lnTo>
                  <a:pt x="37032" y="281318"/>
                </a:lnTo>
                <a:lnTo>
                  <a:pt x="37032" y="45922"/>
                </a:lnTo>
                <a:lnTo>
                  <a:pt x="161630" y="281318"/>
                </a:lnTo>
                <a:lnTo>
                  <a:pt x="212935" y="281318"/>
                </a:lnTo>
                <a:lnTo>
                  <a:pt x="2129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616228" y="9133795"/>
            <a:ext cx="480059" cy="281940"/>
          </a:xfrm>
          <a:custGeom>
            <a:avLst/>
            <a:gdLst/>
            <a:ahLst/>
            <a:cxnLst/>
            <a:rect l="l" t="t" r="r" b="b"/>
            <a:pathLst>
              <a:path w="480059" h="281940">
                <a:moveTo>
                  <a:pt x="257683" y="0"/>
                </a:moveTo>
                <a:lnTo>
                  <a:pt x="217957" y="0"/>
                </a:lnTo>
                <a:lnTo>
                  <a:pt x="128841" y="236931"/>
                </a:lnTo>
                <a:lnTo>
                  <a:pt x="39738" y="0"/>
                </a:lnTo>
                <a:lnTo>
                  <a:pt x="0" y="0"/>
                </a:lnTo>
                <a:lnTo>
                  <a:pt x="107238" y="281317"/>
                </a:lnTo>
                <a:lnTo>
                  <a:pt x="150444" y="281317"/>
                </a:lnTo>
                <a:lnTo>
                  <a:pt x="257683" y="0"/>
                </a:lnTo>
                <a:close/>
              </a:path>
              <a:path w="480059" h="281940">
                <a:moveTo>
                  <a:pt x="479882" y="249440"/>
                </a:moveTo>
                <a:lnTo>
                  <a:pt x="336765" y="249440"/>
                </a:lnTo>
                <a:lnTo>
                  <a:pt x="336765" y="147840"/>
                </a:lnTo>
                <a:lnTo>
                  <a:pt x="470623" y="147840"/>
                </a:lnTo>
                <a:lnTo>
                  <a:pt x="470623" y="114820"/>
                </a:lnTo>
                <a:lnTo>
                  <a:pt x="336765" y="114820"/>
                </a:lnTo>
                <a:lnTo>
                  <a:pt x="336765" y="32270"/>
                </a:lnTo>
                <a:lnTo>
                  <a:pt x="476402" y="32270"/>
                </a:lnTo>
                <a:lnTo>
                  <a:pt x="476402" y="520"/>
                </a:lnTo>
                <a:lnTo>
                  <a:pt x="298577" y="520"/>
                </a:lnTo>
                <a:lnTo>
                  <a:pt x="298577" y="32270"/>
                </a:lnTo>
                <a:lnTo>
                  <a:pt x="298577" y="114820"/>
                </a:lnTo>
                <a:lnTo>
                  <a:pt x="298577" y="147840"/>
                </a:lnTo>
                <a:lnTo>
                  <a:pt x="298577" y="249440"/>
                </a:lnTo>
                <a:lnTo>
                  <a:pt x="298577" y="281190"/>
                </a:lnTo>
                <a:lnTo>
                  <a:pt x="479882" y="281190"/>
                </a:lnTo>
                <a:lnTo>
                  <a:pt x="479882" y="249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158603" y="9133785"/>
            <a:ext cx="219710" cy="281940"/>
          </a:xfrm>
          <a:custGeom>
            <a:avLst/>
            <a:gdLst/>
            <a:ahLst/>
            <a:cxnLst/>
            <a:rect l="l" t="t" r="r" b="b"/>
            <a:pathLst>
              <a:path w="219709" h="281940">
                <a:moveTo>
                  <a:pt x="86022" y="0"/>
                </a:moveTo>
                <a:lnTo>
                  <a:pt x="0" y="0"/>
                </a:lnTo>
                <a:lnTo>
                  <a:pt x="0" y="281318"/>
                </a:lnTo>
                <a:lnTo>
                  <a:pt x="38189" y="281318"/>
                </a:lnTo>
                <a:lnTo>
                  <a:pt x="38189" y="162462"/>
                </a:lnTo>
                <a:lnTo>
                  <a:pt x="152931" y="162462"/>
                </a:lnTo>
                <a:lnTo>
                  <a:pt x="151534" y="161009"/>
                </a:lnTo>
                <a:lnTo>
                  <a:pt x="145573" y="156046"/>
                </a:lnTo>
                <a:lnTo>
                  <a:pt x="139540" y="152169"/>
                </a:lnTo>
                <a:lnTo>
                  <a:pt x="133470" y="149342"/>
                </a:lnTo>
                <a:lnTo>
                  <a:pt x="144391" y="145440"/>
                </a:lnTo>
                <a:lnTo>
                  <a:pt x="154011" y="140128"/>
                </a:lnTo>
                <a:lnTo>
                  <a:pt x="162329" y="133441"/>
                </a:lnTo>
                <a:lnTo>
                  <a:pt x="164285" y="131204"/>
                </a:lnTo>
                <a:lnTo>
                  <a:pt x="38189" y="131204"/>
                </a:lnTo>
                <a:lnTo>
                  <a:pt x="38189" y="31257"/>
                </a:lnTo>
                <a:lnTo>
                  <a:pt x="167967" y="31257"/>
                </a:lnTo>
                <a:lnTo>
                  <a:pt x="157773" y="20067"/>
                </a:lnTo>
                <a:lnTo>
                  <a:pt x="144392" y="11396"/>
                </a:lnTo>
                <a:lnTo>
                  <a:pt x="127973" y="5113"/>
                </a:lnTo>
                <a:lnTo>
                  <a:pt x="108516" y="1290"/>
                </a:lnTo>
                <a:lnTo>
                  <a:pt x="86022" y="0"/>
                </a:lnTo>
                <a:close/>
              </a:path>
              <a:path w="219709" h="281940">
                <a:moveTo>
                  <a:pt x="152931" y="162462"/>
                </a:moveTo>
                <a:lnTo>
                  <a:pt x="79464" y="162462"/>
                </a:lnTo>
                <a:lnTo>
                  <a:pt x="90169" y="163040"/>
                </a:lnTo>
                <a:lnTo>
                  <a:pt x="99716" y="164777"/>
                </a:lnTo>
                <a:lnTo>
                  <a:pt x="135411" y="196360"/>
                </a:lnTo>
                <a:lnTo>
                  <a:pt x="178217" y="281318"/>
                </a:lnTo>
                <a:lnTo>
                  <a:pt x="219107" y="281318"/>
                </a:lnTo>
                <a:lnTo>
                  <a:pt x="180532" y="204524"/>
                </a:lnTo>
                <a:lnTo>
                  <a:pt x="157386" y="167093"/>
                </a:lnTo>
                <a:lnTo>
                  <a:pt x="152931" y="162462"/>
                </a:lnTo>
                <a:close/>
              </a:path>
              <a:path w="219709" h="281940">
                <a:moveTo>
                  <a:pt x="167967" y="31257"/>
                </a:moveTo>
                <a:lnTo>
                  <a:pt x="86022" y="31257"/>
                </a:lnTo>
                <a:lnTo>
                  <a:pt x="98818" y="32053"/>
                </a:lnTo>
                <a:lnTo>
                  <a:pt x="109987" y="34441"/>
                </a:lnTo>
                <a:lnTo>
                  <a:pt x="140643" y="69606"/>
                </a:lnTo>
                <a:lnTo>
                  <a:pt x="141571" y="81038"/>
                </a:lnTo>
                <a:lnTo>
                  <a:pt x="140643" y="92693"/>
                </a:lnTo>
                <a:lnTo>
                  <a:pt x="109987" y="128020"/>
                </a:lnTo>
                <a:lnTo>
                  <a:pt x="86022" y="131204"/>
                </a:lnTo>
                <a:lnTo>
                  <a:pt x="164285" y="131204"/>
                </a:lnTo>
                <a:lnTo>
                  <a:pt x="180900" y="93833"/>
                </a:lnTo>
                <a:lnTo>
                  <a:pt x="181689" y="81038"/>
                </a:lnTo>
                <a:lnTo>
                  <a:pt x="180176" y="62014"/>
                </a:lnTo>
                <a:lnTo>
                  <a:pt x="175662" y="45487"/>
                </a:lnTo>
                <a:lnTo>
                  <a:pt x="168182" y="31493"/>
                </a:lnTo>
                <a:lnTo>
                  <a:pt x="167967" y="312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426702" y="9133785"/>
            <a:ext cx="200025" cy="281940"/>
          </a:xfrm>
          <a:custGeom>
            <a:avLst/>
            <a:gdLst/>
            <a:ahLst/>
            <a:cxnLst/>
            <a:rect l="l" t="t" r="r" b="b"/>
            <a:pathLst>
              <a:path w="200025" h="281940">
                <a:moveTo>
                  <a:pt x="97209" y="0"/>
                </a:moveTo>
                <a:lnTo>
                  <a:pt x="0" y="0"/>
                </a:lnTo>
                <a:lnTo>
                  <a:pt x="0" y="281318"/>
                </a:lnTo>
                <a:lnTo>
                  <a:pt x="101067" y="281318"/>
                </a:lnTo>
                <a:lnTo>
                  <a:pt x="123193" y="280075"/>
                </a:lnTo>
                <a:lnTo>
                  <a:pt x="142680" y="276301"/>
                </a:lnTo>
                <a:lnTo>
                  <a:pt x="159490" y="269921"/>
                </a:lnTo>
                <a:lnTo>
                  <a:pt x="173588" y="260865"/>
                </a:lnTo>
                <a:lnTo>
                  <a:pt x="184371" y="250060"/>
                </a:lnTo>
                <a:lnTo>
                  <a:pt x="38189" y="250060"/>
                </a:lnTo>
                <a:lnTo>
                  <a:pt x="38189" y="147025"/>
                </a:lnTo>
                <a:lnTo>
                  <a:pt x="176041" y="147025"/>
                </a:lnTo>
                <a:lnTo>
                  <a:pt x="175402" y="146375"/>
                </a:lnTo>
                <a:lnTo>
                  <a:pt x="165246" y="139211"/>
                </a:lnTo>
                <a:lnTo>
                  <a:pt x="153571" y="133640"/>
                </a:lnTo>
                <a:lnTo>
                  <a:pt x="140413" y="129660"/>
                </a:lnTo>
                <a:lnTo>
                  <a:pt x="151269" y="127140"/>
                </a:lnTo>
                <a:lnTo>
                  <a:pt x="160714" y="123101"/>
                </a:lnTo>
                <a:lnTo>
                  <a:pt x="168784" y="117614"/>
                </a:lnTo>
                <a:lnTo>
                  <a:pt x="170217" y="116154"/>
                </a:lnTo>
                <a:lnTo>
                  <a:pt x="38189" y="116154"/>
                </a:lnTo>
                <a:lnTo>
                  <a:pt x="38189" y="31257"/>
                </a:lnTo>
                <a:lnTo>
                  <a:pt x="176362" y="31257"/>
                </a:lnTo>
                <a:lnTo>
                  <a:pt x="174516" y="28273"/>
                </a:lnTo>
                <a:lnTo>
                  <a:pt x="164330" y="18137"/>
                </a:lnTo>
                <a:lnTo>
                  <a:pt x="151238" y="10256"/>
                </a:lnTo>
                <a:lnTo>
                  <a:pt x="135688" y="4582"/>
                </a:lnTo>
                <a:lnTo>
                  <a:pt x="117678" y="1151"/>
                </a:lnTo>
                <a:lnTo>
                  <a:pt x="97209" y="0"/>
                </a:lnTo>
                <a:close/>
              </a:path>
              <a:path w="200025" h="281940">
                <a:moveTo>
                  <a:pt x="176041" y="147025"/>
                </a:moveTo>
                <a:lnTo>
                  <a:pt x="99138" y="147025"/>
                </a:lnTo>
                <a:lnTo>
                  <a:pt x="113465" y="147821"/>
                </a:lnTo>
                <a:lnTo>
                  <a:pt x="125803" y="150209"/>
                </a:lnTo>
                <a:lnTo>
                  <a:pt x="155602" y="175727"/>
                </a:lnTo>
                <a:lnTo>
                  <a:pt x="159315" y="198349"/>
                </a:lnTo>
                <a:lnTo>
                  <a:pt x="158381" y="210734"/>
                </a:lnTo>
                <a:lnTo>
                  <a:pt x="136188" y="242897"/>
                </a:lnTo>
                <a:lnTo>
                  <a:pt x="99138" y="250060"/>
                </a:lnTo>
                <a:lnTo>
                  <a:pt x="184371" y="250060"/>
                </a:lnTo>
                <a:lnTo>
                  <a:pt x="184787" y="249644"/>
                </a:lnTo>
                <a:lnTo>
                  <a:pt x="192876" y="236216"/>
                </a:lnTo>
                <a:lnTo>
                  <a:pt x="197782" y="220545"/>
                </a:lnTo>
                <a:lnTo>
                  <a:pt x="199433" y="202594"/>
                </a:lnTo>
                <a:lnTo>
                  <a:pt x="198433" y="188992"/>
                </a:lnTo>
                <a:lnTo>
                  <a:pt x="195480" y="176547"/>
                </a:lnTo>
                <a:lnTo>
                  <a:pt x="190646" y="165260"/>
                </a:lnTo>
                <a:lnTo>
                  <a:pt x="184003" y="155130"/>
                </a:lnTo>
                <a:lnTo>
                  <a:pt x="176041" y="147025"/>
                </a:lnTo>
                <a:close/>
              </a:path>
              <a:path w="200025" h="281940">
                <a:moveTo>
                  <a:pt x="176362" y="31257"/>
                </a:moveTo>
                <a:lnTo>
                  <a:pt x="94509" y="31257"/>
                </a:lnTo>
                <a:lnTo>
                  <a:pt x="107468" y="31969"/>
                </a:lnTo>
                <a:lnTo>
                  <a:pt x="118619" y="34055"/>
                </a:lnTo>
                <a:lnTo>
                  <a:pt x="148803" y="63878"/>
                </a:lnTo>
                <a:lnTo>
                  <a:pt x="149671" y="73706"/>
                </a:lnTo>
                <a:lnTo>
                  <a:pt x="148803" y="83920"/>
                </a:lnTo>
                <a:lnTo>
                  <a:pt x="118619" y="113549"/>
                </a:lnTo>
                <a:lnTo>
                  <a:pt x="94509" y="116154"/>
                </a:lnTo>
                <a:lnTo>
                  <a:pt x="170217" y="116154"/>
                </a:lnTo>
                <a:lnTo>
                  <a:pt x="187071" y="81828"/>
                </a:lnTo>
                <a:lnTo>
                  <a:pt x="187861" y="69461"/>
                </a:lnTo>
                <a:lnTo>
                  <a:pt x="186354" y="53899"/>
                </a:lnTo>
                <a:lnTo>
                  <a:pt x="181882" y="40181"/>
                </a:lnTo>
                <a:lnTo>
                  <a:pt x="176362" y="312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567926" y="9133795"/>
            <a:ext cx="634365" cy="358140"/>
          </a:xfrm>
          <a:custGeom>
            <a:avLst/>
            <a:gdLst/>
            <a:ahLst/>
            <a:cxnLst/>
            <a:rect l="l" t="t" r="r" b="b"/>
            <a:pathLst>
              <a:path w="634365" h="358140">
                <a:moveTo>
                  <a:pt x="257683" y="281317"/>
                </a:moveTo>
                <a:lnTo>
                  <a:pt x="230174" y="209156"/>
                </a:lnTo>
                <a:lnTo>
                  <a:pt x="218109" y="177507"/>
                </a:lnTo>
                <a:lnTo>
                  <a:pt x="180530" y="78917"/>
                </a:lnTo>
                <a:lnTo>
                  <a:pt x="180530" y="177507"/>
                </a:lnTo>
                <a:lnTo>
                  <a:pt x="77152" y="177507"/>
                </a:lnTo>
                <a:lnTo>
                  <a:pt x="128841" y="37426"/>
                </a:lnTo>
                <a:lnTo>
                  <a:pt x="180530" y="177507"/>
                </a:lnTo>
                <a:lnTo>
                  <a:pt x="180530" y="78917"/>
                </a:lnTo>
                <a:lnTo>
                  <a:pt x="164719" y="37426"/>
                </a:lnTo>
                <a:lnTo>
                  <a:pt x="150444" y="0"/>
                </a:lnTo>
                <a:lnTo>
                  <a:pt x="107238" y="0"/>
                </a:lnTo>
                <a:lnTo>
                  <a:pt x="0" y="281317"/>
                </a:lnTo>
                <a:lnTo>
                  <a:pt x="40119" y="281317"/>
                </a:lnTo>
                <a:lnTo>
                  <a:pt x="65582" y="209156"/>
                </a:lnTo>
                <a:lnTo>
                  <a:pt x="192493" y="209156"/>
                </a:lnTo>
                <a:lnTo>
                  <a:pt x="217957" y="281317"/>
                </a:lnTo>
                <a:lnTo>
                  <a:pt x="257683" y="281317"/>
                </a:lnTo>
                <a:close/>
              </a:path>
              <a:path w="634365" h="358140">
                <a:moveTo>
                  <a:pt x="535038" y="140462"/>
                </a:moveTo>
                <a:lnTo>
                  <a:pt x="525500" y="77660"/>
                </a:lnTo>
                <a:lnTo>
                  <a:pt x="496849" y="33959"/>
                </a:lnTo>
                <a:lnTo>
                  <a:pt x="494919" y="32664"/>
                </a:lnTo>
                <a:lnTo>
                  <a:pt x="494919" y="140462"/>
                </a:lnTo>
                <a:lnTo>
                  <a:pt x="493204" y="166941"/>
                </a:lnTo>
                <a:lnTo>
                  <a:pt x="479628" y="208622"/>
                </a:lnTo>
                <a:lnTo>
                  <a:pt x="452374" y="235407"/>
                </a:lnTo>
                <a:lnTo>
                  <a:pt x="409714" y="248450"/>
                </a:lnTo>
                <a:lnTo>
                  <a:pt x="382663" y="250050"/>
                </a:lnTo>
                <a:lnTo>
                  <a:pt x="336765" y="250050"/>
                </a:lnTo>
                <a:lnTo>
                  <a:pt x="336765" y="31254"/>
                </a:lnTo>
                <a:lnTo>
                  <a:pt x="382663" y="31254"/>
                </a:lnTo>
                <a:lnTo>
                  <a:pt x="432968" y="37858"/>
                </a:lnTo>
                <a:lnTo>
                  <a:pt x="467918" y="57492"/>
                </a:lnTo>
                <a:lnTo>
                  <a:pt x="488073" y="91452"/>
                </a:lnTo>
                <a:lnTo>
                  <a:pt x="494919" y="140462"/>
                </a:lnTo>
                <a:lnTo>
                  <a:pt x="494919" y="32664"/>
                </a:lnTo>
                <a:lnTo>
                  <a:pt x="447713" y="8585"/>
                </a:lnTo>
                <a:lnTo>
                  <a:pt x="376885" y="0"/>
                </a:lnTo>
                <a:lnTo>
                  <a:pt x="298577" y="0"/>
                </a:lnTo>
                <a:lnTo>
                  <a:pt x="298577" y="281317"/>
                </a:lnTo>
                <a:lnTo>
                  <a:pt x="376885" y="281317"/>
                </a:lnTo>
                <a:lnTo>
                  <a:pt x="414769" y="279209"/>
                </a:lnTo>
                <a:lnTo>
                  <a:pt x="447382" y="272872"/>
                </a:lnTo>
                <a:lnTo>
                  <a:pt x="474637" y="262267"/>
                </a:lnTo>
                <a:lnTo>
                  <a:pt x="492506" y="250050"/>
                </a:lnTo>
                <a:lnTo>
                  <a:pt x="496468" y="247357"/>
                </a:lnTo>
                <a:lnTo>
                  <a:pt x="513232" y="227888"/>
                </a:lnTo>
                <a:lnTo>
                  <a:pt x="525297" y="203606"/>
                </a:lnTo>
                <a:lnTo>
                  <a:pt x="532599" y="174472"/>
                </a:lnTo>
                <a:lnTo>
                  <a:pt x="535038" y="140462"/>
                </a:lnTo>
                <a:close/>
              </a:path>
              <a:path w="634365" h="358140">
                <a:moveTo>
                  <a:pt x="633793" y="0"/>
                </a:moveTo>
                <a:lnTo>
                  <a:pt x="595604" y="0"/>
                </a:lnTo>
                <a:lnTo>
                  <a:pt x="595604" y="261632"/>
                </a:lnTo>
                <a:lnTo>
                  <a:pt x="594956" y="278257"/>
                </a:lnTo>
                <a:lnTo>
                  <a:pt x="579056" y="317931"/>
                </a:lnTo>
                <a:lnTo>
                  <a:pt x="550087" y="326072"/>
                </a:lnTo>
                <a:lnTo>
                  <a:pt x="538124" y="326072"/>
                </a:lnTo>
                <a:lnTo>
                  <a:pt x="538124" y="358101"/>
                </a:lnTo>
                <a:lnTo>
                  <a:pt x="552792" y="358101"/>
                </a:lnTo>
                <a:lnTo>
                  <a:pt x="572465" y="356654"/>
                </a:lnTo>
                <a:lnTo>
                  <a:pt x="614502" y="334949"/>
                </a:lnTo>
                <a:lnTo>
                  <a:pt x="632574" y="285076"/>
                </a:lnTo>
                <a:lnTo>
                  <a:pt x="633793" y="261632"/>
                </a:lnTo>
                <a:lnTo>
                  <a:pt x="6337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1265193" y="9133795"/>
            <a:ext cx="812800" cy="281940"/>
          </a:xfrm>
          <a:custGeom>
            <a:avLst/>
            <a:gdLst/>
            <a:ahLst/>
            <a:cxnLst/>
            <a:rect l="l" t="t" r="r" b="b"/>
            <a:pathLst>
              <a:path w="812800" h="281940">
                <a:moveTo>
                  <a:pt x="257670" y="281317"/>
                </a:moveTo>
                <a:lnTo>
                  <a:pt x="230174" y="209156"/>
                </a:lnTo>
                <a:lnTo>
                  <a:pt x="218109" y="177507"/>
                </a:lnTo>
                <a:lnTo>
                  <a:pt x="180530" y="78943"/>
                </a:lnTo>
                <a:lnTo>
                  <a:pt x="180530" y="177507"/>
                </a:lnTo>
                <a:lnTo>
                  <a:pt x="77152" y="177507"/>
                </a:lnTo>
                <a:lnTo>
                  <a:pt x="128828" y="37426"/>
                </a:lnTo>
                <a:lnTo>
                  <a:pt x="180530" y="177507"/>
                </a:lnTo>
                <a:lnTo>
                  <a:pt x="180530" y="78943"/>
                </a:lnTo>
                <a:lnTo>
                  <a:pt x="164706" y="37426"/>
                </a:lnTo>
                <a:lnTo>
                  <a:pt x="150444" y="0"/>
                </a:lnTo>
                <a:lnTo>
                  <a:pt x="107226" y="0"/>
                </a:lnTo>
                <a:lnTo>
                  <a:pt x="0" y="281317"/>
                </a:lnTo>
                <a:lnTo>
                  <a:pt x="40106" y="281317"/>
                </a:lnTo>
                <a:lnTo>
                  <a:pt x="65582" y="209156"/>
                </a:lnTo>
                <a:lnTo>
                  <a:pt x="192481" y="209156"/>
                </a:lnTo>
                <a:lnTo>
                  <a:pt x="217944" y="281317"/>
                </a:lnTo>
                <a:lnTo>
                  <a:pt x="257670" y="281317"/>
                </a:lnTo>
                <a:close/>
              </a:path>
              <a:path w="812800" h="281940">
                <a:moveTo>
                  <a:pt x="535038" y="140462"/>
                </a:moveTo>
                <a:lnTo>
                  <a:pt x="525487" y="77660"/>
                </a:lnTo>
                <a:lnTo>
                  <a:pt x="496836" y="33959"/>
                </a:lnTo>
                <a:lnTo>
                  <a:pt x="494919" y="32664"/>
                </a:lnTo>
                <a:lnTo>
                  <a:pt x="494919" y="140462"/>
                </a:lnTo>
                <a:lnTo>
                  <a:pt x="493191" y="166941"/>
                </a:lnTo>
                <a:lnTo>
                  <a:pt x="479615" y="208622"/>
                </a:lnTo>
                <a:lnTo>
                  <a:pt x="452374" y="235407"/>
                </a:lnTo>
                <a:lnTo>
                  <a:pt x="409714" y="248450"/>
                </a:lnTo>
                <a:lnTo>
                  <a:pt x="382663" y="250050"/>
                </a:lnTo>
                <a:lnTo>
                  <a:pt x="336765" y="250050"/>
                </a:lnTo>
                <a:lnTo>
                  <a:pt x="336765" y="31254"/>
                </a:lnTo>
                <a:lnTo>
                  <a:pt x="382663" y="31254"/>
                </a:lnTo>
                <a:lnTo>
                  <a:pt x="432955" y="37858"/>
                </a:lnTo>
                <a:lnTo>
                  <a:pt x="467906" y="57492"/>
                </a:lnTo>
                <a:lnTo>
                  <a:pt x="488073" y="91452"/>
                </a:lnTo>
                <a:lnTo>
                  <a:pt x="494919" y="140462"/>
                </a:lnTo>
                <a:lnTo>
                  <a:pt x="494919" y="32664"/>
                </a:lnTo>
                <a:lnTo>
                  <a:pt x="447713" y="8585"/>
                </a:lnTo>
                <a:lnTo>
                  <a:pt x="376872" y="0"/>
                </a:lnTo>
                <a:lnTo>
                  <a:pt x="298564" y="0"/>
                </a:lnTo>
                <a:lnTo>
                  <a:pt x="298564" y="281317"/>
                </a:lnTo>
                <a:lnTo>
                  <a:pt x="376872" y="281317"/>
                </a:lnTo>
                <a:lnTo>
                  <a:pt x="414769" y="279209"/>
                </a:lnTo>
                <a:lnTo>
                  <a:pt x="447370" y="272872"/>
                </a:lnTo>
                <a:lnTo>
                  <a:pt x="474624" y="262267"/>
                </a:lnTo>
                <a:lnTo>
                  <a:pt x="492506" y="250050"/>
                </a:lnTo>
                <a:lnTo>
                  <a:pt x="496455" y="247357"/>
                </a:lnTo>
                <a:lnTo>
                  <a:pt x="513232" y="227888"/>
                </a:lnTo>
                <a:lnTo>
                  <a:pt x="525297" y="203606"/>
                </a:lnTo>
                <a:lnTo>
                  <a:pt x="532587" y="174472"/>
                </a:lnTo>
                <a:lnTo>
                  <a:pt x="535038" y="140462"/>
                </a:lnTo>
                <a:close/>
              </a:path>
              <a:path w="812800" h="281940">
                <a:moveTo>
                  <a:pt x="812533" y="0"/>
                </a:moveTo>
                <a:lnTo>
                  <a:pt x="772807" y="0"/>
                </a:lnTo>
                <a:lnTo>
                  <a:pt x="683691" y="236931"/>
                </a:lnTo>
                <a:lnTo>
                  <a:pt x="594588" y="0"/>
                </a:lnTo>
                <a:lnTo>
                  <a:pt x="554850" y="0"/>
                </a:lnTo>
                <a:lnTo>
                  <a:pt x="662089" y="281317"/>
                </a:lnTo>
                <a:lnTo>
                  <a:pt x="705294" y="281317"/>
                </a:lnTo>
                <a:lnTo>
                  <a:pt x="8125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2932161" y="9133785"/>
            <a:ext cx="182245" cy="281940"/>
          </a:xfrm>
          <a:custGeom>
            <a:avLst/>
            <a:gdLst/>
            <a:ahLst/>
            <a:cxnLst/>
            <a:rect l="l" t="t" r="r" b="b"/>
            <a:pathLst>
              <a:path w="182244" h="281940">
                <a:moveTo>
                  <a:pt x="86018" y="0"/>
                </a:moveTo>
                <a:lnTo>
                  <a:pt x="0" y="0"/>
                </a:lnTo>
                <a:lnTo>
                  <a:pt x="0" y="281318"/>
                </a:lnTo>
                <a:lnTo>
                  <a:pt x="38187" y="281318"/>
                </a:lnTo>
                <a:lnTo>
                  <a:pt x="38187" y="168250"/>
                </a:lnTo>
                <a:lnTo>
                  <a:pt x="86018" y="168250"/>
                </a:lnTo>
                <a:lnTo>
                  <a:pt x="127341" y="162992"/>
                </a:lnTo>
                <a:lnTo>
                  <a:pt x="166441" y="136992"/>
                </a:lnTo>
                <a:lnTo>
                  <a:pt x="38187" y="136992"/>
                </a:lnTo>
                <a:lnTo>
                  <a:pt x="38187" y="31257"/>
                </a:lnTo>
                <a:lnTo>
                  <a:pt x="165978" y="31257"/>
                </a:lnTo>
                <a:lnTo>
                  <a:pt x="157387" y="21610"/>
                </a:lnTo>
                <a:lnTo>
                  <a:pt x="143792" y="12210"/>
                </a:lnTo>
                <a:lnTo>
                  <a:pt x="127341" y="5451"/>
                </a:lnTo>
                <a:lnTo>
                  <a:pt x="108071" y="1368"/>
                </a:lnTo>
                <a:lnTo>
                  <a:pt x="86018" y="0"/>
                </a:lnTo>
                <a:close/>
              </a:path>
              <a:path w="182244" h="281940">
                <a:moveTo>
                  <a:pt x="165978" y="31257"/>
                </a:moveTo>
                <a:lnTo>
                  <a:pt x="86018" y="31257"/>
                </a:lnTo>
                <a:lnTo>
                  <a:pt x="98538" y="32126"/>
                </a:lnTo>
                <a:lnTo>
                  <a:pt x="109501" y="34731"/>
                </a:lnTo>
                <a:lnTo>
                  <a:pt x="137853" y="61743"/>
                </a:lnTo>
                <a:lnTo>
                  <a:pt x="141566" y="84125"/>
                </a:lnTo>
                <a:lnTo>
                  <a:pt x="140632" y="96136"/>
                </a:lnTo>
                <a:lnTo>
                  <a:pt x="118945" y="129503"/>
                </a:lnTo>
                <a:lnTo>
                  <a:pt x="86018" y="136992"/>
                </a:lnTo>
                <a:lnTo>
                  <a:pt x="166441" y="136992"/>
                </a:lnTo>
                <a:lnTo>
                  <a:pt x="168018" y="135244"/>
                </a:lnTo>
                <a:lnTo>
                  <a:pt x="175613" y="120785"/>
                </a:lnTo>
                <a:lnTo>
                  <a:pt x="180171" y="103721"/>
                </a:lnTo>
                <a:lnTo>
                  <a:pt x="181690" y="84125"/>
                </a:lnTo>
                <a:lnTo>
                  <a:pt x="180171" y="64806"/>
                </a:lnTo>
                <a:lnTo>
                  <a:pt x="175613" y="47948"/>
                </a:lnTo>
                <a:lnTo>
                  <a:pt x="168018" y="33549"/>
                </a:lnTo>
                <a:lnTo>
                  <a:pt x="165978" y="312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3164770" y="9128779"/>
            <a:ext cx="512445" cy="291465"/>
          </a:xfrm>
          <a:custGeom>
            <a:avLst/>
            <a:gdLst/>
            <a:ahLst/>
            <a:cxnLst/>
            <a:rect l="l" t="t" r="r" b="b"/>
            <a:pathLst>
              <a:path w="512444" h="291465">
                <a:moveTo>
                  <a:pt x="219100" y="286334"/>
                </a:moveTo>
                <a:lnTo>
                  <a:pt x="180530" y="209537"/>
                </a:lnTo>
                <a:lnTo>
                  <a:pt x="157378" y="172110"/>
                </a:lnTo>
                <a:lnTo>
                  <a:pt x="133464" y="154355"/>
                </a:lnTo>
                <a:lnTo>
                  <a:pt x="144386" y="150456"/>
                </a:lnTo>
                <a:lnTo>
                  <a:pt x="154000" y="145135"/>
                </a:lnTo>
                <a:lnTo>
                  <a:pt x="162318" y="138455"/>
                </a:lnTo>
                <a:lnTo>
                  <a:pt x="164274" y="136220"/>
                </a:lnTo>
                <a:lnTo>
                  <a:pt x="169341" y="130429"/>
                </a:lnTo>
                <a:lnTo>
                  <a:pt x="174688" y="121107"/>
                </a:lnTo>
                <a:lnTo>
                  <a:pt x="178549" y="110553"/>
                </a:lnTo>
                <a:lnTo>
                  <a:pt x="180898" y="98844"/>
                </a:lnTo>
                <a:lnTo>
                  <a:pt x="181686" y="86055"/>
                </a:lnTo>
                <a:lnTo>
                  <a:pt x="180174" y="67030"/>
                </a:lnTo>
                <a:lnTo>
                  <a:pt x="175653" y="50495"/>
                </a:lnTo>
                <a:lnTo>
                  <a:pt x="168173" y="36499"/>
                </a:lnTo>
                <a:lnTo>
                  <a:pt x="167957" y="36271"/>
                </a:lnTo>
                <a:lnTo>
                  <a:pt x="157759" y="25082"/>
                </a:lnTo>
                <a:lnTo>
                  <a:pt x="144386" y="16408"/>
                </a:lnTo>
                <a:lnTo>
                  <a:pt x="141566" y="15341"/>
                </a:lnTo>
                <a:lnTo>
                  <a:pt x="141566" y="86055"/>
                </a:lnTo>
                <a:lnTo>
                  <a:pt x="140639" y="97701"/>
                </a:lnTo>
                <a:lnTo>
                  <a:pt x="109982" y="133032"/>
                </a:lnTo>
                <a:lnTo>
                  <a:pt x="86017" y="136220"/>
                </a:lnTo>
                <a:lnTo>
                  <a:pt x="38188" y="136220"/>
                </a:lnTo>
                <a:lnTo>
                  <a:pt x="38188" y="36271"/>
                </a:lnTo>
                <a:lnTo>
                  <a:pt x="86017" y="36271"/>
                </a:lnTo>
                <a:lnTo>
                  <a:pt x="127292" y="49009"/>
                </a:lnTo>
                <a:lnTo>
                  <a:pt x="141566" y="86055"/>
                </a:lnTo>
                <a:lnTo>
                  <a:pt x="141566" y="15341"/>
                </a:lnTo>
                <a:lnTo>
                  <a:pt x="127965" y="10121"/>
                </a:lnTo>
                <a:lnTo>
                  <a:pt x="108508" y="6299"/>
                </a:lnTo>
                <a:lnTo>
                  <a:pt x="86017" y="5016"/>
                </a:lnTo>
                <a:lnTo>
                  <a:pt x="0" y="5016"/>
                </a:lnTo>
                <a:lnTo>
                  <a:pt x="0" y="286334"/>
                </a:lnTo>
                <a:lnTo>
                  <a:pt x="38188" y="286334"/>
                </a:lnTo>
                <a:lnTo>
                  <a:pt x="38188" y="167474"/>
                </a:lnTo>
                <a:lnTo>
                  <a:pt x="79463" y="167474"/>
                </a:lnTo>
                <a:lnTo>
                  <a:pt x="121831" y="182587"/>
                </a:lnTo>
                <a:lnTo>
                  <a:pt x="178206" y="286334"/>
                </a:lnTo>
                <a:lnTo>
                  <a:pt x="219100" y="286334"/>
                </a:lnTo>
                <a:close/>
              </a:path>
              <a:path w="512444" h="291465">
                <a:moveTo>
                  <a:pt x="512279" y="145859"/>
                </a:moveTo>
                <a:lnTo>
                  <a:pt x="503351" y="86004"/>
                </a:lnTo>
                <a:lnTo>
                  <a:pt x="476783" y="39738"/>
                </a:lnTo>
                <a:lnTo>
                  <a:pt x="472160" y="35610"/>
                </a:lnTo>
                <a:lnTo>
                  <a:pt x="472160" y="145859"/>
                </a:lnTo>
                <a:lnTo>
                  <a:pt x="470636" y="171107"/>
                </a:lnTo>
                <a:lnTo>
                  <a:pt x="458482" y="213207"/>
                </a:lnTo>
                <a:lnTo>
                  <a:pt x="434619" y="243598"/>
                </a:lnTo>
                <a:lnTo>
                  <a:pt x="382282" y="260858"/>
                </a:lnTo>
                <a:lnTo>
                  <a:pt x="362534" y="258965"/>
                </a:lnTo>
                <a:lnTo>
                  <a:pt x="316306" y="229984"/>
                </a:lnTo>
                <a:lnTo>
                  <a:pt x="298081" y="193573"/>
                </a:lnTo>
                <a:lnTo>
                  <a:pt x="292011" y="145859"/>
                </a:lnTo>
                <a:lnTo>
                  <a:pt x="293522" y="120675"/>
                </a:lnTo>
                <a:lnTo>
                  <a:pt x="305676" y="78676"/>
                </a:lnTo>
                <a:lnTo>
                  <a:pt x="329552" y="48285"/>
                </a:lnTo>
                <a:lnTo>
                  <a:pt x="382282" y="30873"/>
                </a:lnTo>
                <a:lnTo>
                  <a:pt x="401802" y="32816"/>
                </a:lnTo>
                <a:lnTo>
                  <a:pt x="447852" y="61734"/>
                </a:lnTo>
                <a:lnTo>
                  <a:pt x="466077" y="98298"/>
                </a:lnTo>
                <a:lnTo>
                  <a:pt x="472160" y="145859"/>
                </a:lnTo>
                <a:lnTo>
                  <a:pt x="472160" y="35610"/>
                </a:lnTo>
                <a:lnTo>
                  <a:pt x="435317" y="10033"/>
                </a:lnTo>
                <a:lnTo>
                  <a:pt x="382282" y="0"/>
                </a:lnTo>
                <a:lnTo>
                  <a:pt x="353999" y="2514"/>
                </a:lnTo>
                <a:lnTo>
                  <a:pt x="306552" y="22466"/>
                </a:lnTo>
                <a:lnTo>
                  <a:pt x="271741" y="61150"/>
                </a:lnTo>
                <a:lnTo>
                  <a:pt x="254076" y="114249"/>
                </a:lnTo>
                <a:lnTo>
                  <a:pt x="251891" y="145859"/>
                </a:lnTo>
                <a:lnTo>
                  <a:pt x="254076" y="177634"/>
                </a:lnTo>
                <a:lnTo>
                  <a:pt x="271741" y="230632"/>
                </a:lnTo>
                <a:lnTo>
                  <a:pt x="306552" y="269201"/>
                </a:lnTo>
                <a:lnTo>
                  <a:pt x="353999" y="288886"/>
                </a:lnTo>
                <a:lnTo>
                  <a:pt x="382282" y="291350"/>
                </a:lnTo>
                <a:lnTo>
                  <a:pt x="410273" y="288886"/>
                </a:lnTo>
                <a:lnTo>
                  <a:pt x="457454" y="269201"/>
                </a:lnTo>
                <a:lnTo>
                  <a:pt x="492264" y="230632"/>
                </a:lnTo>
                <a:lnTo>
                  <a:pt x="510044" y="177634"/>
                </a:lnTo>
                <a:lnTo>
                  <a:pt x="512279" y="1458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3736451" y="9133785"/>
            <a:ext cx="213360" cy="281940"/>
          </a:xfrm>
          <a:custGeom>
            <a:avLst/>
            <a:gdLst/>
            <a:ahLst/>
            <a:cxnLst/>
            <a:rect l="l" t="t" r="r" b="b"/>
            <a:pathLst>
              <a:path w="213359" h="281940">
                <a:moveTo>
                  <a:pt x="212935" y="0"/>
                </a:moveTo>
                <a:lnTo>
                  <a:pt x="175910" y="0"/>
                </a:lnTo>
                <a:lnTo>
                  <a:pt x="175910" y="235395"/>
                </a:lnTo>
                <a:lnTo>
                  <a:pt x="51307" y="0"/>
                </a:lnTo>
                <a:lnTo>
                  <a:pt x="0" y="0"/>
                </a:lnTo>
                <a:lnTo>
                  <a:pt x="0" y="281318"/>
                </a:lnTo>
                <a:lnTo>
                  <a:pt x="37035" y="281318"/>
                </a:lnTo>
                <a:lnTo>
                  <a:pt x="37035" y="45922"/>
                </a:lnTo>
                <a:lnTo>
                  <a:pt x="161639" y="281318"/>
                </a:lnTo>
                <a:lnTo>
                  <a:pt x="212935" y="281318"/>
                </a:lnTo>
                <a:lnTo>
                  <a:pt x="2129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4871808" y="9133785"/>
            <a:ext cx="38735" cy="281940"/>
          </a:xfrm>
          <a:custGeom>
            <a:avLst/>
            <a:gdLst/>
            <a:ahLst/>
            <a:cxnLst/>
            <a:rect l="l" t="t" r="r" b="b"/>
            <a:pathLst>
              <a:path w="38734" h="281940">
                <a:moveTo>
                  <a:pt x="38189" y="0"/>
                </a:moveTo>
                <a:lnTo>
                  <a:pt x="0" y="0"/>
                </a:lnTo>
                <a:lnTo>
                  <a:pt x="0" y="281317"/>
                </a:lnTo>
                <a:lnTo>
                  <a:pt x="38189" y="281317"/>
                </a:lnTo>
                <a:lnTo>
                  <a:pt x="381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4985607" y="9133795"/>
            <a:ext cx="562610" cy="358140"/>
          </a:xfrm>
          <a:custGeom>
            <a:avLst/>
            <a:gdLst/>
            <a:ahLst/>
            <a:cxnLst/>
            <a:rect l="l" t="t" r="r" b="b"/>
            <a:pathLst>
              <a:path w="562609" h="358140">
                <a:moveTo>
                  <a:pt x="212928" y="0"/>
                </a:moveTo>
                <a:lnTo>
                  <a:pt x="175895" y="0"/>
                </a:lnTo>
                <a:lnTo>
                  <a:pt x="175895" y="235394"/>
                </a:lnTo>
                <a:lnTo>
                  <a:pt x="51295" y="0"/>
                </a:lnTo>
                <a:lnTo>
                  <a:pt x="0" y="0"/>
                </a:lnTo>
                <a:lnTo>
                  <a:pt x="0" y="281317"/>
                </a:lnTo>
                <a:lnTo>
                  <a:pt x="37020" y="281317"/>
                </a:lnTo>
                <a:lnTo>
                  <a:pt x="37020" y="45923"/>
                </a:lnTo>
                <a:lnTo>
                  <a:pt x="161620" y="281317"/>
                </a:lnTo>
                <a:lnTo>
                  <a:pt x="212928" y="281317"/>
                </a:lnTo>
                <a:lnTo>
                  <a:pt x="212928" y="0"/>
                </a:lnTo>
                <a:close/>
              </a:path>
              <a:path w="562609" h="358140">
                <a:moveTo>
                  <a:pt x="487578" y="520"/>
                </a:moveTo>
                <a:lnTo>
                  <a:pt x="249961" y="520"/>
                </a:lnTo>
                <a:lnTo>
                  <a:pt x="249961" y="32270"/>
                </a:lnTo>
                <a:lnTo>
                  <a:pt x="349478" y="32270"/>
                </a:lnTo>
                <a:lnTo>
                  <a:pt x="349478" y="281190"/>
                </a:lnTo>
                <a:lnTo>
                  <a:pt x="387667" y="281190"/>
                </a:lnTo>
                <a:lnTo>
                  <a:pt x="387667" y="32270"/>
                </a:lnTo>
                <a:lnTo>
                  <a:pt x="487578" y="32270"/>
                </a:lnTo>
                <a:lnTo>
                  <a:pt x="487578" y="520"/>
                </a:lnTo>
                <a:close/>
              </a:path>
              <a:path w="562609" h="358140">
                <a:moveTo>
                  <a:pt x="562419" y="0"/>
                </a:moveTo>
                <a:lnTo>
                  <a:pt x="524230" y="0"/>
                </a:lnTo>
                <a:lnTo>
                  <a:pt x="524230" y="261632"/>
                </a:lnTo>
                <a:lnTo>
                  <a:pt x="523582" y="278257"/>
                </a:lnTo>
                <a:lnTo>
                  <a:pt x="507682" y="317931"/>
                </a:lnTo>
                <a:lnTo>
                  <a:pt x="478713" y="326072"/>
                </a:lnTo>
                <a:lnTo>
                  <a:pt x="466750" y="326072"/>
                </a:lnTo>
                <a:lnTo>
                  <a:pt x="466750" y="358101"/>
                </a:lnTo>
                <a:lnTo>
                  <a:pt x="481418" y="358101"/>
                </a:lnTo>
                <a:lnTo>
                  <a:pt x="501091" y="356654"/>
                </a:lnTo>
                <a:lnTo>
                  <a:pt x="543128" y="334949"/>
                </a:lnTo>
                <a:lnTo>
                  <a:pt x="561187" y="285076"/>
                </a:lnTo>
                <a:lnTo>
                  <a:pt x="562419" y="261632"/>
                </a:lnTo>
                <a:lnTo>
                  <a:pt x="5624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634961" y="8596441"/>
            <a:ext cx="194945" cy="291465"/>
          </a:xfrm>
          <a:custGeom>
            <a:avLst/>
            <a:gdLst/>
            <a:ahLst/>
            <a:cxnLst/>
            <a:rect l="l" t="t" r="r" b="b"/>
            <a:pathLst>
              <a:path w="194945" h="291465">
                <a:moveTo>
                  <a:pt x="97209" y="0"/>
                </a:moveTo>
                <a:lnTo>
                  <a:pt x="55307" y="9454"/>
                </a:lnTo>
                <a:lnTo>
                  <a:pt x="24688" y="37431"/>
                </a:lnTo>
                <a:lnTo>
                  <a:pt x="6124" y="83400"/>
                </a:lnTo>
                <a:lnTo>
                  <a:pt x="0" y="145867"/>
                </a:lnTo>
                <a:lnTo>
                  <a:pt x="1525" y="179362"/>
                </a:lnTo>
                <a:lnTo>
                  <a:pt x="13833" y="233616"/>
                </a:lnTo>
                <a:lnTo>
                  <a:pt x="38508" y="270512"/>
                </a:lnTo>
                <a:lnTo>
                  <a:pt x="74541" y="289034"/>
                </a:lnTo>
                <a:lnTo>
                  <a:pt x="96824" y="291350"/>
                </a:lnTo>
                <a:lnTo>
                  <a:pt x="119113" y="289034"/>
                </a:lnTo>
                <a:lnTo>
                  <a:pt x="138581" y="282088"/>
                </a:lnTo>
                <a:lnTo>
                  <a:pt x="155301" y="270512"/>
                </a:lnTo>
                <a:lnTo>
                  <a:pt x="162992" y="261636"/>
                </a:lnTo>
                <a:lnTo>
                  <a:pt x="97209" y="261636"/>
                </a:lnTo>
                <a:lnTo>
                  <a:pt x="83389" y="259827"/>
                </a:lnTo>
                <a:lnTo>
                  <a:pt x="52848" y="232694"/>
                </a:lnTo>
                <a:lnTo>
                  <a:pt x="39069" y="173001"/>
                </a:lnTo>
                <a:lnTo>
                  <a:pt x="38189" y="145867"/>
                </a:lnTo>
                <a:lnTo>
                  <a:pt x="39069" y="118734"/>
                </a:lnTo>
                <a:lnTo>
                  <a:pt x="46326" y="75321"/>
                </a:lnTo>
                <a:lnTo>
                  <a:pt x="71304" y="37431"/>
                </a:lnTo>
                <a:lnTo>
                  <a:pt x="97209" y="30099"/>
                </a:lnTo>
                <a:lnTo>
                  <a:pt x="163018" y="30099"/>
                </a:lnTo>
                <a:lnTo>
                  <a:pt x="155307" y="21163"/>
                </a:lnTo>
                <a:lnTo>
                  <a:pt x="138629" y="9454"/>
                </a:lnTo>
                <a:lnTo>
                  <a:pt x="119275" y="2375"/>
                </a:lnTo>
                <a:lnTo>
                  <a:pt x="97209" y="0"/>
                </a:lnTo>
                <a:close/>
              </a:path>
              <a:path w="194945" h="291465">
                <a:moveTo>
                  <a:pt x="163018" y="30099"/>
                </a:moveTo>
                <a:lnTo>
                  <a:pt x="97209" y="30099"/>
                </a:lnTo>
                <a:lnTo>
                  <a:pt x="111030" y="31908"/>
                </a:lnTo>
                <a:lnTo>
                  <a:pt x="123115" y="37431"/>
                </a:lnTo>
                <a:lnTo>
                  <a:pt x="147930" y="75321"/>
                </a:lnTo>
                <a:lnTo>
                  <a:pt x="155295" y="118734"/>
                </a:lnTo>
                <a:lnTo>
                  <a:pt x="156229" y="145867"/>
                </a:lnTo>
                <a:lnTo>
                  <a:pt x="155295" y="173001"/>
                </a:lnTo>
                <a:lnTo>
                  <a:pt x="147930" y="216414"/>
                </a:lnTo>
                <a:lnTo>
                  <a:pt x="123006" y="254400"/>
                </a:lnTo>
                <a:lnTo>
                  <a:pt x="97209" y="261636"/>
                </a:lnTo>
                <a:lnTo>
                  <a:pt x="162992" y="261636"/>
                </a:lnTo>
                <a:lnTo>
                  <a:pt x="188102" y="208624"/>
                </a:lnTo>
                <a:lnTo>
                  <a:pt x="194419" y="145867"/>
                </a:lnTo>
                <a:lnTo>
                  <a:pt x="192834" y="112590"/>
                </a:lnTo>
                <a:lnTo>
                  <a:pt x="188102" y="83400"/>
                </a:lnTo>
                <a:lnTo>
                  <a:pt x="180261" y="58335"/>
                </a:lnTo>
                <a:lnTo>
                  <a:pt x="169345" y="37431"/>
                </a:lnTo>
                <a:lnTo>
                  <a:pt x="163018" y="30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406533" y="7066997"/>
            <a:ext cx="167640" cy="281940"/>
          </a:xfrm>
          <a:custGeom>
            <a:avLst/>
            <a:gdLst/>
            <a:ahLst/>
            <a:cxnLst/>
            <a:rect l="l" t="t" r="r" b="b"/>
            <a:pathLst>
              <a:path w="167639" h="281940">
                <a:moveTo>
                  <a:pt x="105309" y="0"/>
                </a:moveTo>
                <a:lnTo>
                  <a:pt x="67120" y="0"/>
                </a:lnTo>
                <a:lnTo>
                  <a:pt x="0" y="13506"/>
                </a:lnTo>
                <a:lnTo>
                  <a:pt x="0" y="48237"/>
                </a:lnTo>
                <a:lnTo>
                  <a:pt x="67506" y="34730"/>
                </a:lnTo>
                <a:lnTo>
                  <a:pt x="67506" y="249287"/>
                </a:lnTo>
                <a:lnTo>
                  <a:pt x="5399" y="249287"/>
                </a:lnTo>
                <a:lnTo>
                  <a:pt x="5399" y="281317"/>
                </a:lnTo>
                <a:lnTo>
                  <a:pt x="167416" y="281317"/>
                </a:lnTo>
                <a:lnTo>
                  <a:pt x="167416" y="249287"/>
                </a:lnTo>
                <a:lnTo>
                  <a:pt x="105309" y="249287"/>
                </a:lnTo>
                <a:lnTo>
                  <a:pt x="1053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634899" y="7061980"/>
            <a:ext cx="194945" cy="291465"/>
          </a:xfrm>
          <a:custGeom>
            <a:avLst/>
            <a:gdLst/>
            <a:ahLst/>
            <a:cxnLst/>
            <a:rect l="l" t="t" r="r" b="b"/>
            <a:pathLst>
              <a:path w="194945" h="291465">
                <a:moveTo>
                  <a:pt x="97209" y="0"/>
                </a:moveTo>
                <a:lnTo>
                  <a:pt x="55307" y="9454"/>
                </a:lnTo>
                <a:lnTo>
                  <a:pt x="24688" y="37431"/>
                </a:lnTo>
                <a:lnTo>
                  <a:pt x="6123" y="83401"/>
                </a:lnTo>
                <a:lnTo>
                  <a:pt x="0" y="145867"/>
                </a:lnTo>
                <a:lnTo>
                  <a:pt x="1524" y="179362"/>
                </a:lnTo>
                <a:lnTo>
                  <a:pt x="13832" y="233617"/>
                </a:lnTo>
                <a:lnTo>
                  <a:pt x="38508" y="270512"/>
                </a:lnTo>
                <a:lnTo>
                  <a:pt x="74540" y="289034"/>
                </a:lnTo>
                <a:lnTo>
                  <a:pt x="96824" y="291350"/>
                </a:lnTo>
                <a:lnTo>
                  <a:pt x="119113" y="289034"/>
                </a:lnTo>
                <a:lnTo>
                  <a:pt x="138581" y="282088"/>
                </a:lnTo>
                <a:lnTo>
                  <a:pt x="155301" y="270512"/>
                </a:lnTo>
                <a:lnTo>
                  <a:pt x="162991" y="261637"/>
                </a:lnTo>
                <a:lnTo>
                  <a:pt x="97209" y="261637"/>
                </a:lnTo>
                <a:lnTo>
                  <a:pt x="83388" y="259828"/>
                </a:lnTo>
                <a:lnTo>
                  <a:pt x="52847" y="232694"/>
                </a:lnTo>
                <a:lnTo>
                  <a:pt x="39069" y="173001"/>
                </a:lnTo>
                <a:lnTo>
                  <a:pt x="38189" y="145867"/>
                </a:lnTo>
                <a:lnTo>
                  <a:pt x="39069" y="118734"/>
                </a:lnTo>
                <a:lnTo>
                  <a:pt x="46326" y="75322"/>
                </a:lnTo>
                <a:lnTo>
                  <a:pt x="71304" y="37431"/>
                </a:lnTo>
                <a:lnTo>
                  <a:pt x="97209" y="30099"/>
                </a:lnTo>
                <a:lnTo>
                  <a:pt x="163018" y="30099"/>
                </a:lnTo>
                <a:lnTo>
                  <a:pt x="155307" y="21163"/>
                </a:lnTo>
                <a:lnTo>
                  <a:pt x="138629" y="9454"/>
                </a:lnTo>
                <a:lnTo>
                  <a:pt x="119275" y="2375"/>
                </a:lnTo>
                <a:lnTo>
                  <a:pt x="97209" y="0"/>
                </a:lnTo>
                <a:close/>
              </a:path>
              <a:path w="194945" h="291465">
                <a:moveTo>
                  <a:pt x="163018" y="30099"/>
                </a:moveTo>
                <a:lnTo>
                  <a:pt x="97209" y="30099"/>
                </a:lnTo>
                <a:lnTo>
                  <a:pt x="111030" y="31908"/>
                </a:lnTo>
                <a:lnTo>
                  <a:pt x="123114" y="37431"/>
                </a:lnTo>
                <a:lnTo>
                  <a:pt x="147930" y="75322"/>
                </a:lnTo>
                <a:lnTo>
                  <a:pt x="155295" y="118734"/>
                </a:lnTo>
                <a:lnTo>
                  <a:pt x="156229" y="145867"/>
                </a:lnTo>
                <a:lnTo>
                  <a:pt x="155295" y="173001"/>
                </a:lnTo>
                <a:lnTo>
                  <a:pt x="147930" y="216414"/>
                </a:lnTo>
                <a:lnTo>
                  <a:pt x="123006" y="254401"/>
                </a:lnTo>
                <a:lnTo>
                  <a:pt x="97209" y="261637"/>
                </a:lnTo>
                <a:lnTo>
                  <a:pt x="162991" y="261637"/>
                </a:lnTo>
                <a:lnTo>
                  <a:pt x="188102" y="208624"/>
                </a:lnTo>
                <a:lnTo>
                  <a:pt x="194419" y="145867"/>
                </a:lnTo>
                <a:lnTo>
                  <a:pt x="192834" y="112590"/>
                </a:lnTo>
                <a:lnTo>
                  <a:pt x="188102" y="83401"/>
                </a:lnTo>
                <a:lnTo>
                  <a:pt x="180260" y="58336"/>
                </a:lnTo>
                <a:lnTo>
                  <a:pt x="169345" y="37431"/>
                </a:lnTo>
                <a:lnTo>
                  <a:pt x="163018" y="30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392260" y="5527520"/>
            <a:ext cx="179070" cy="286385"/>
          </a:xfrm>
          <a:custGeom>
            <a:avLst/>
            <a:gdLst/>
            <a:ahLst/>
            <a:cxnLst/>
            <a:rect l="l" t="t" r="r" b="b"/>
            <a:pathLst>
              <a:path w="179070" h="286385">
                <a:moveTo>
                  <a:pt x="81393" y="0"/>
                </a:moveTo>
                <a:lnTo>
                  <a:pt x="34693" y="7235"/>
                </a:lnTo>
                <a:lnTo>
                  <a:pt x="1928" y="18522"/>
                </a:lnTo>
                <a:lnTo>
                  <a:pt x="1928" y="57112"/>
                </a:lnTo>
                <a:lnTo>
                  <a:pt x="13061" y="51173"/>
                </a:lnTo>
                <a:lnTo>
                  <a:pt x="23868" y="46066"/>
                </a:lnTo>
                <a:lnTo>
                  <a:pt x="63697" y="33669"/>
                </a:lnTo>
                <a:lnTo>
                  <a:pt x="82165" y="32029"/>
                </a:lnTo>
                <a:lnTo>
                  <a:pt x="94250" y="32957"/>
                </a:lnTo>
                <a:lnTo>
                  <a:pt x="129920" y="53820"/>
                </a:lnTo>
                <a:lnTo>
                  <a:pt x="138871" y="82581"/>
                </a:lnTo>
                <a:lnTo>
                  <a:pt x="138376" y="89588"/>
                </a:lnTo>
                <a:lnTo>
                  <a:pt x="121704" y="126670"/>
                </a:lnTo>
                <a:lnTo>
                  <a:pt x="89349" y="163137"/>
                </a:lnTo>
                <a:lnTo>
                  <a:pt x="0" y="254305"/>
                </a:lnTo>
                <a:lnTo>
                  <a:pt x="0" y="286333"/>
                </a:lnTo>
                <a:lnTo>
                  <a:pt x="178603" y="286333"/>
                </a:lnTo>
                <a:lnTo>
                  <a:pt x="178603" y="254305"/>
                </a:lnTo>
                <a:lnTo>
                  <a:pt x="45904" y="254305"/>
                </a:lnTo>
                <a:lnTo>
                  <a:pt x="143355" y="153857"/>
                </a:lnTo>
                <a:lnTo>
                  <a:pt x="166663" y="121237"/>
                </a:lnTo>
                <a:lnTo>
                  <a:pt x="177060" y="80266"/>
                </a:lnTo>
                <a:lnTo>
                  <a:pt x="175403" y="62967"/>
                </a:lnTo>
                <a:lnTo>
                  <a:pt x="150828" y="21996"/>
                </a:lnTo>
                <a:lnTo>
                  <a:pt x="102007" y="1374"/>
                </a:lnTo>
                <a:lnTo>
                  <a:pt x="813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634899" y="5527520"/>
            <a:ext cx="194945" cy="291465"/>
          </a:xfrm>
          <a:custGeom>
            <a:avLst/>
            <a:gdLst/>
            <a:ahLst/>
            <a:cxnLst/>
            <a:rect l="l" t="t" r="r" b="b"/>
            <a:pathLst>
              <a:path w="194945" h="291464">
                <a:moveTo>
                  <a:pt x="97209" y="0"/>
                </a:moveTo>
                <a:lnTo>
                  <a:pt x="55307" y="9454"/>
                </a:lnTo>
                <a:lnTo>
                  <a:pt x="24688" y="37432"/>
                </a:lnTo>
                <a:lnTo>
                  <a:pt x="6123" y="83402"/>
                </a:lnTo>
                <a:lnTo>
                  <a:pt x="0" y="145868"/>
                </a:lnTo>
                <a:lnTo>
                  <a:pt x="1524" y="179363"/>
                </a:lnTo>
                <a:lnTo>
                  <a:pt x="13832" y="233617"/>
                </a:lnTo>
                <a:lnTo>
                  <a:pt x="38508" y="270512"/>
                </a:lnTo>
                <a:lnTo>
                  <a:pt x="74540" y="289035"/>
                </a:lnTo>
                <a:lnTo>
                  <a:pt x="96824" y="291351"/>
                </a:lnTo>
                <a:lnTo>
                  <a:pt x="119113" y="289035"/>
                </a:lnTo>
                <a:lnTo>
                  <a:pt x="138581" y="282089"/>
                </a:lnTo>
                <a:lnTo>
                  <a:pt x="155301" y="270512"/>
                </a:lnTo>
                <a:lnTo>
                  <a:pt x="162992" y="261637"/>
                </a:lnTo>
                <a:lnTo>
                  <a:pt x="97209" y="261637"/>
                </a:lnTo>
                <a:lnTo>
                  <a:pt x="83388" y="259828"/>
                </a:lnTo>
                <a:lnTo>
                  <a:pt x="52847" y="232694"/>
                </a:lnTo>
                <a:lnTo>
                  <a:pt x="39069" y="173001"/>
                </a:lnTo>
                <a:lnTo>
                  <a:pt x="38189" y="145868"/>
                </a:lnTo>
                <a:lnTo>
                  <a:pt x="39069" y="118735"/>
                </a:lnTo>
                <a:lnTo>
                  <a:pt x="46326" y="75322"/>
                </a:lnTo>
                <a:lnTo>
                  <a:pt x="71303" y="37432"/>
                </a:lnTo>
                <a:lnTo>
                  <a:pt x="97209" y="30100"/>
                </a:lnTo>
                <a:lnTo>
                  <a:pt x="163019" y="30100"/>
                </a:lnTo>
                <a:lnTo>
                  <a:pt x="155307" y="21164"/>
                </a:lnTo>
                <a:lnTo>
                  <a:pt x="138629" y="9454"/>
                </a:lnTo>
                <a:lnTo>
                  <a:pt x="119275" y="2375"/>
                </a:lnTo>
                <a:lnTo>
                  <a:pt x="97209" y="0"/>
                </a:lnTo>
                <a:close/>
              </a:path>
              <a:path w="194945" h="291464">
                <a:moveTo>
                  <a:pt x="163019" y="30100"/>
                </a:moveTo>
                <a:lnTo>
                  <a:pt x="97209" y="30100"/>
                </a:lnTo>
                <a:lnTo>
                  <a:pt x="111030" y="31909"/>
                </a:lnTo>
                <a:lnTo>
                  <a:pt x="123115" y="37432"/>
                </a:lnTo>
                <a:lnTo>
                  <a:pt x="147930" y="75322"/>
                </a:lnTo>
                <a:lnTo>
                  <a:pt x="155295" y="118735"/>
                </a:lnTo>
                <a:lnTo>
                  <a:pt x="156229" y="145868"/>
                </a:lnTo>
                <a:lnTo>
                  <a:pt x="155295" y="173001"/>
                </a:lnTo>
                <a:lnTo>
                  <a:pt x="147930" y="216414"/>
                </a:lnTo>
                <a:lnTo>
                  <a:pt x="123006" y="254401"/>
                </a:lnTo>
                <a:lnTo>
                  <a:pt x="97209" y="261637"/>
                </a:lnTo>
                <a:lnTo>
                  <a:pt x="162992" y="261637"/>
                </a:lnTo>
                <a:lnTo>
                  <a:pt x="188102" y="208624"/>
                </a:lnTo>
                <a:lnTo>
                  <a:pt x="194419" y="145868"/>
                </a:lnTo>
                <a:lnTo>
                  <a:pt x="192834" y="112591"/>
                </a:lnTo>
                <a:lnTo>
                  <a:pt x="188102" y="83402"/>
                </a:lnTo>
                <a:lnTo>
                  <a:pt x="180260" y="58336"/>
                </a:lnTo>
                <a:lnTo>
                  <a:pt x="169345" y="37432"/>
                </a:lnTo>
                <a:lnTo>
                  <a:pt x="163019" y="30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393417" y="3993061"/>
            <a:ext cx="185420" cy="291465"/>
          </a:xfrm>
          <a:custGeom>
            <a:avLst/>
            <a:gdLst/>
            <a:ahLst/>
            <a:cxnLst/>
            <a:rect l="l" t="t" r="r" b="b"/>
            <a:pathLst>
              <a:path w="185420" h="291464">
                <a:moveTo>
                  <a:pt x="84865" y="0"/>
                </a:moveTo>
                <a:lnTo>
                  <a:pt x="39298" y="4745"/>
                </a:lnTo>
                <a:lnTo>
                  <a:pt x="8486" y="11961"/>
                </a:lnTo>
                <a:lnTo>
                  <a:pt x="8486" y="45921"/>
                </a:lnTo>
                <a:lnTo>
                  <a:pt x="18974" y="42664"/>
                </a:lnTo>
                <a:lnTo>
                  <a:pt x="29028" y="39843"/>
                </a:lnTo>
                <a:lnTo>
                  <a:pt x="73438" y="32245"/>
                </a:lnTo>
                <a:lnTo>
                  <a:pt x="81394" y="32028"/>
                </a:lnTo>
                <a:lnTo>
                  <a:pt x="94774" y="32751"/>
                </a:lnTo>
                <a:lnTo>
                  <a:pt x="132011" y="50039"/>
                </a:lnTo>
                <a:lnTo>
                  <a:pt x="140799" y="76792"/>
                </a:lnTo>
                <a:lnTo>
                  <a:pt x="139859" y="86849"/>
                </a:lnTo>
                <a:lnTo>
                  <a:pt x="107528" y="117697"/>
                </a:lnTo>
                <a:lnTo>
                  <a:pt x="82936" y="120398"/>
                </a:lnTo>
                <a:lnTo>
                  <a:pt x="48604" y="120398"/>
                </a:lnTo>
                <a:lnTo>
                  <a:pt x="48604" y="151656"/>
                </a:lnTo>
                <a:lnTo>
                  <a:pt x="81394" y="151656"/>
                </a:lnTo>
                <a:lnTo>
                  <a:pt x="96148" y="152584"/>
                </a:lnTo>
                <a:lnTo>
                  <a:pt x="137593" y="173591"/>
                </a:lnTo>
                <a:lnTo>
                  <a:pt x="147357" y="204523"/>
                </a:lnTo>
                <a:lnTo>
                  <a:pt x="146140" y="217324"/>
                </a:lnTo>
                <a:lnTo>
                  <a:pt x="118112" y="251892"/>
                </a:lnTo>
                <a:lnTo>
                  <a:pt x="74064" y="259706"/>
                </a:lnTo>
                <a:lnTo>
                  <a:pt x="63793" y="259416"/>
                </a:lnTo>
                <a:lnTo>
                  <a:pt x="25387" y="252471"/>
                </a:lnTo>
                <a:lnTo>
                  <a:pt x="0" y="241184"/>
                </a:lnTo>
                <a:lnTo>
                  <a:pt x="0" y="277843"/>
                </a:lnTo>
                <a:lnTo>
                  <a:pt x="47827" y="289396"/>
                </a:lnTo>
                <a:lnTo>
                  <a:pt x="75221" y="291350"/>
                </a:lnTo>
                <a:lnTo>
                  <a:pt x="100036" y="289969"/>
                </a:lnTo>
                <a:lnTo>
                  <a:pt x="140697" y="278814"/>
                </a:lnTo>
                <a:lnTo>
                  <a:pt x="177976" y="241521"/>
                </a:lnTo>
                <a:lnTo>
                  <a:pt x="185161" y="204523"/>
                </a:lnTo>
                <a:lnTo>
                  <a:pt x="184161" y="191656"/>
                </a:lnTo>
                <a:lnTo>
                  <a:pt x="161419" y="150522"/>
                </a:lnTo>
                <a:lnTo>
                  <a:pt x="127298" y="134676"/>
                </a:lnTo>
                <a:lnTo>
                  <a:pt x="138792" y="131071"/>
                </a:lnTo>
                <a:lnTo>
                  <a:pt x="170955" y="103757"/>
                </a:lnTo>
                <a:lnTo>
                  <a:pt x="178603" y="72933"/>
                </a:lnTo>
                <a:lnTo>
                  <a:pt x="177012" y="57015"/>
                </a:lnTo>
                <a:lnTo>
                  <a:pt x="153144" y="19680"/>
                </a:lnTo>
                <a:lnTo>
                  <a:pt x="105189" y="1230"/>
                </a:lnTo>
                <a:lnTo>
                  <a:pt x="848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634899" y="3993061"/>
            <a:ext cx="194945" cy="291465"/>
          </a:xfrm>
          <a:custGeom>
            <a:avLst/>
            <a:gdLst/>
            <a:ahLst/>
            <a:cxnLst/>
            <a:rect l="l" t="t" r="r" b="b"/>
            <a:pathLst>
              <a:path w="194945" h="291464">
                <a:moveTo>
                  <a:pt x="97209" y="0"/>
                </a:moveTo>
                <a:lnTo>
                  <a:pt x="55307" y="9454"/>
                </a:lnTo>
                <a:lnTo>
                  <a:pt x="24688" y="37431"/>
                </a:lnTo>
                <a:lnTo>
                  <a:pt x="6123" y="83400"/>
                </a:lnTo>
                <a:lnTo>
                  <a:pt x="0" y="145867"/>
                </a:lnTo>
                <a:lnTo>
                  <a:pt x="1524" y="179361"/>
                </a:lnTo>
                <a:lnTo>
                  <a:pt x="13832" y="233616"/>
                </a:lnTo>
                <a:lnTo>
                  <a:pt x="38508" y="270512"/>
                </a:lnTo>
                <a:lnTo>
                  <a:pt x="74540" y="289034"/>
                </a:lnTo>
                <a:lnTo>
                  <a:pt x="96824" y="291350"/>
                </a:lnTo>
                <a:lnTo>
                  <a:pt x="119113" y="289034"/>
                </a:lnTo>
                <a:lnTo>
                  <a:pt x="138581" y="282088"/>
                </a:lnTo>
                <a:lnTo>
                  <a:pt x="155301" y="270512"/>
                </a:lnTo>
                <a:lnTo>
                  <a:pt x="162992" y="261636"/>
                </a:lnTo>
                <a:lnTo>
                  <a:pt x="97209" y="261636"/>
                </a:lnTo>
                <a:lnTo>
                  <a:pt x="83388" y="259827"/>
                </a:lnTo>
                <a:lnTo>
                  <a:pt x="52847" y="232694"/>
                </a:lnTo>
                <a:lnTo>
                  <a:pt x="39069" y="173001"/>
                </a:lnTo>
                <a:lnTo>
                  <a:pt x="38189" y="145867"/>
                </a:lnTo>
                <a:lnTo>
                  <a:pt x="39069" y="118734"/>
                </a:lnTo>
                <a:lnTo>
                  <a:pt x="46326" y="75321"/>
                </a:lnTo>
                <a:lnTo>
                  <a:pt x="71303" y="37431"/>
                </a:lnTo>
                <a:lnTo>
                  <a:pt x="97209" y="30099"/>
                </a:lnTo>
                <a:lnTo>
                  <a:pt x="163018" y="30099"/>
                </a:lnTo>
                <a:lnTo>
                  <a:pt x="155307" y="21163"/>
                </a:lnTo>
                <a:lnTo>
                  <a:pt x="138629" y="9454"/>
                </a:lnTo>
                <a:lnTo>
                  <a:pt x="119275" y="2375"/>
                </a:lnTo>
                <a:lnTo>
                  <a:pt x="97209" y="0"/>
                </a:lnTo>
                <a:close/>
              </a:path>
              <a:path w="194945" h="291464">
                <a:moveTo>
                  <a:pt x="163018" y="30099"/>
                </a:moveTo>
                <a:lnTo>
                  <a:pt x="97209" y="30099"/>
                </a:lnTo>
                <a:lnTo>
                  <a:pt x="111030" y="31908"/>
                </a:lnTo>
                <a:lnTo>
                  <a:pt x="123115" y="37431"/>
                </a:lnTo>
                <a:lnTo>
                  <a:pt x="147930" y="75321"/>
                </a:lnTo>
                <a:lnTo>
                  <a:pt x="155295" y="118734"/>
                </a:lnTo>
                <a:lnTo>
                  <a:pt x="156229" y="145867"/>
                </a:lnTo>
                <a:lnTo>
                  <a:pt x="155295" y="173001"/>
                </a:lnTo>
                <a:lnTo>
                  <a:pt x="147930" y="216414"/>
                </a:lnTo>
                <a:lnTo>
                  <a:pt x="123006" y="254400"/>
                </a:lnTo>
                <a:lnTo>
                  <a:pt x="97209" y="261636"/>
                </a:lnTo>
                <a:lnTo>
                  <a:pt x="162992" y="261636"/>
                </a:lnTo>
                <a:lnTo>
                  <a:pt x="188102" y="208623"/>
                </a:lnTo>
                <a:lnTo>
                  <a:pt x="194419" y="145867"/>
                </a:lnTo>
                <a:lnTo>
                  <a:pt x="192834" y="112590"/>
                </a:lnTo>
                <a:lnTo>
                  <a:pt x="188102" y="83400"/>
                </a:lnTo>
                <a:lnTo>
                  <a:pt x="180260" y="58335"/>
                </a:lnTo>
                <a:lnTo>
                  <a:pt x="169345" y="37431"/>
                </a:lnTo>
                <a:lnTo>
                  <a:pt x="163018" y="30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383002" y="2463618"/>
            <a:ext cx="205104" cy="281940"/>
          </a:xfrm>
          <a:custGeom>
            <a:avLst/>
            <a:gdLst/>
            <a:ahLst/>
            <a:cxnLst/>
            <a:rect l="l" t="t" r="r" b="b"/>
            <a:pathLst>
              <a:path w="205104" h="281939">
                <a:moveTo>
                  <a:pt x="164716" y="214943"/>
                </a:moveTo>
                <a:lnTo>
                  <a:pt x="126912" y="214943"/>
                </a:lnTo>
                <a:lnTo>
                  <a:pt x="126912" y="281317"/>
                </a:lnTo>
                <a:lnTo>
                  <a:pt x="164716" y="281317"/>
                </a:lnTo>
                <a:lnTo>
                  <a:pt x="164716" y="214943"/>
                </a:lnTo>
                <a:close/>
              </a:path>
              <a:path w="205104" h="281939">
                <a:moveTo>
                  <a:pt x="164716" y="0"/>
                </a:moveTo>
                <a:lnTo>
                  <a:pt x="116883" y="0"/>
                </a:lnTo>
                <a:lnTo>
                  <a:pt x="0" y="178283"/>
                </a:lnTo>
                <a:lnTo>
                  <a:pt x="0" y="214943"/>
                </a:lnTo>
                <a:lnTo>
                  <a:pt x="204834" y="214943"/>
                </a:lnTo>
                <a:lnTo>
                  <a:pt x="204834" y="183300"/>
                </a:lnTo>
                <a:lnTo>
                  <a:pt x="30859" y="183300"/>
                </a:lnTo>
                <a:lnTo>
                  <a:pt x="126912" y="33186"/>
                </a:lnTo>
                <a:lnTo>
                  <a:pt x="164716" y="33186"/>
                </a:lnTo>
                <a:lnTo>
                  <a:pt x="164716" y="0"/>
                </a:lnTo>
                <a:close/>
              </a:path>
              <a:path w="205104" h="281939">
                <a:moveTo>
                  <a:pt x="164716" y="33186"/>
                </a:moveTo>
                <a:lnTo>
                  <a:pt x="126912" y="33186"/>
                </a:lnTo>
                <a:lnTo>
                  <a:pt x="126912" y="183300"/>
                </a:lnTo>
                <a:lnTo>
                  <a:pt x="164716" y="183300"/>
                </a:lnTo>
                <a:lnTo>
                  <a:pt x="164716" y="331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634899" y="2458601"/>
            <a:ext cx="194945" cy="291465"/>
          </a:xfrm>
          <a:custGeom>
            <a:avLst/>
            <a:gdLst/>
            <a:ahLst/>
            <a:cxnLst/>
            <a:rect l="l" t="t" r="r" b="b"/>
            <a:pathLst>
              <a:path w="194945" h="291464">
                <a:moveTo>
                  <a:pt x="97209" y="0"/>
                </a:moveTo>
                <a:lnTo>
                  <a:pt x="55307" y="9454"/>
                </a:lnTo>
                <a:lnTo>
                  <a:pt x="24688" y="37431"/>
                </a:lnTo>
                <a:lnTo>
                  <a:pt x="6123" y="83401"/>
                </a:lnTo>
                <a:lnTo>
                  <a:pt x="0" y="145867"/>
                </a:lnTo>
                <a:lnTo>
                  <a:pt x="1524" y="179362"/>
                </a:lnTo>
                <a:lnTo>
                  <a:pt x="13832" y="233617"/>
                </a:lnTo>
                <a:lnTo>
                  <a:pt x="38508" y="270512"/>
                </a:lnTo>
                <a:lnTo>
                  <a:pt x="74540" y="289034"/>
                </a:lnTo>
                <a:lnTo>
                  <a:pt x="96824" y="291350"/>
                </a:lnTo>
                <a:lnTo>
                  <a:pt x="119113" y="289034"/>
                </a:lnTo>
                <a:lnTo>
                  <a:pt x="138581" y="282088"/>
                </a:lnTo>
                <a:lnTo>
                  <a:pt x="155301" y="270512"/>
                </a:lnTo>
                <a:lnTo>
                  <a:pt x="162992" y="261636"/>
                </a:lnTo>
                <a:lnTo>
                  <a:pt x="97209" y="261636"/>
                </a:lnTo>
                <a:lnTo>
                  <a:pt x="83388" y="259827"/>
                </a:lnTo>
                <a:lnTo>
                  <a:pt x="52847" y="232694"/>
                </a:lnTo>
                <a:lnTo>
                  <a:pt x="39069" y="173001"/>
                </a:lnTo>
                <a:lnTo>
                  <a:pt x="38189" y="145867"/>
                </a:lnTo>
                <a:lnTo>
                  <a:pt x="39069" y="118734"/>
                </a:lnTo>
                <a:lnTo>
                  <a:pt x="46326" y="75322"/>
                </a:lnTo>
                <a:lnTo>
                  <a:pt x="71304" y="37431"/>
                </a:lnTo>
                <a:lnTo>
                  <a:pt x="97209" y="30099"/>
                </a:lnTo>
                <a:lnTo>
                  <a:pt x="163018" y="30099"/>
                </a:lnTo>
                <a:lnTo>
                  <a:pt x="155307" y="21163"/>
                </a:lnTo>
                <a:lnTo>
                  <a:pt x="138629" y="9454"/>
                </a:lnTo>
                <a:lnTo>
                  <a:pt x="119275" y="2375"/>
                </a:lnTo>
                <a:lnTo>
                  <a:pt x="97209" y="0"/>
                </a:lnTo>
                <a:close/>
              </a:path>
              <a:path w="194945" h="291464">
                <a:moveTo>
                  <a:pt x="163018" y="30099"/>
                </a:moveTo>
                <a:lnTo>
                  <a:pt x="97209" y="30099"/>
                </a:lnTo>
                <a:lnTo>
                  <a:pt x="111030" y="31908"/>
                </a:lnTo>
                <a:lnTo>
                  <a:pt x="123114" y="37431"/>
                </a:lnTo>
                <a:lnTo>
                  <a:pt x="147930" y="75322"/>
                </a:lnTo>
                <a:lnTo>
                  <a:pt x="155295" y="118734"/>
                </a:lnTo>
                <a:lnTo>
                  <a:pt x="156229" y="145867"/>
                </a:lnTo>
                <a:lnTo>
                  <a:pt x="155295" y="173001"/>
                </a:lnTo>
                <a:lnTo>
                  <a:pt x="147930" y="216414"/>
                </a:lnTo>
                <a:lnTo>
                  <a:pt x="123006" y="254400"/>
                </a:lnTo>
                <a:lnTo>
                  <a:pt x="97209" y="261636"/>
                </a:lnTo>
                <a:lnTo>
                  <a:pt x="162992" y="261636"/>
                </a:lnTo>
                <a:lnTo>
                  <a:pt x="188102" y="208624"/>
                </a:lnTo>
                <a:lnTo>
                  <a:pt x="194419" y="145867"/>
                </a:lnTo>
                <a:lnTo>
                  <a:pt x="192834" y="112590"/>
                </a:lnTo>
                <a:lnTo>
                  <a:pt x="188102" y="83401"/>
                </a:lnTo>
                <a:lnTo>
                  <a:pt x="180260" y="58336"/>
                </a:lnTo>
                <a:lnTo>
                  <a:pt x="169345" y="37431"/>
                </a:lnTo>
                <a:lnTo>
                  <a:pt x="163018" y="30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8" name="object 6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82378" y="6170866"/>
            <a:ext cx="361065" cy="2113235"/>
          </a:xfrm>
          <a:prstGeom prst="rect">
            <a:avLst/>
          </a:prstGeom>
        </p:spPr>
      </p:pic>
      <p:grpSp>
        <p:nvGrpSpPr>
          <p:cNvPr id="69" name="object 69"/>
          <p:cNvGrpSpPr/>
          <p:nvPr/>
        </p:nvGrpSpPr>
        <p:grpSpPr>
          <a:xfrm>
            <a:off x="3770419" y="5648365"/>
            <a:ext cx="298450" cy="358140"/>
            <a:chOff x="3770419" y="5648365"/>
            <a:chExt cx="298450" cy="358140"/>
          </a:xfrm>
        </p:grpSpPr>
        <p:pic>
          <p:nvPicPr>
            <p:cNvPr id="70" name="object 7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47569" y="5812756"/>
              <a:ext cx="221037" cy="193719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3770419" y="5648365"/>
              <a:ext cx="293370" cy="134620"/>
            </a:xfrm>
            <a:custGeom>
              <a:avLst/>
              <a:gdLst/>
              <a:ahLst/>
              <a:cxnLst/>
              <a:rect l="l" t="t" r="r" b="b"/>
              <a:pathLst>
                <a:path w="293370" h="134620">
                  <a:moveTo>
                    <a:pt x="28932" y="0"/>
                  </a:moveTo>
                  <a:lnTo>
                    <a:pt x="0" y="0"/>
                  </a:lnTo>
                  <a:lnTo>
                    <a:pt x="0" y="32801"/>
                  </a:lnTo>
                  <a:lnTo>
                    <a:pt x="9113" y="75563"/>
                  </a:lnTo>
                  <a:lnTo>
                    <a:pt x="51245" y="100091"/>
                  </a:lnTo>
                  <a:lnTo>
                    <a:pt x="67506" y="101104"/>
                  </a:lnTo>
                  <a:lnTo>
                    <a:pt x="82166" y="101104"/>
                  </a:lnTo>
                  <a:lnTo>
                    <a:pt x="82166" y="134291"/>
                  </a:lnTo>
                  <a:lnTo>
                    <a:pt x="109168" y="134291"/>
                  </a:lnTo>
                  <a:lnTo>
                    <a:pt x="109168" y="101104"/>
                  </a:lnTo>
                  <a:lnTo>
                    <a:pt x="293173" y="101104"/>
                  </a:lnTo>
                  <a:lnTo>
                    <a:pt x="293173" y="66373"/>
                  </a:lnTo>
                  <a:lnTo>
                    <a:pt x="109168" y="66373"/>
                  </a:lnTo>
                  <a:lnTo>
                    <a:pt x="109168" y="9261"/>
                  </a:lnTo>
                  <a:lnTo>
                    <a:pt x="82166" y="9261"/>
                  </a:lnTo>
                  <a:lnTo>
                    <a:pt x="82166" y="66373"/>
                  </a:lnTo>
                  <a:lnTo>
                    <a:pt x="63649" y="66373"/>
                  </a:lnTo>
                  <a:lnTo>
                    <a:pt x="29432" y="41785"/>
                  </a:lnTo>
                  <a:lnTo>
                    <a:pt x="28932" y="33187"/>
                  </a:lnTo>
                  <a:lnTo>
                    <a:pt x="289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/>
          <p:nvPr/>
        </p:nvSpPr>
        <p:spPr>
          <a:xfrm>
            <a:off x="3777361" y="5018208"/>
            <a:ext cx="291465" cy="477520"/>
          </a:xfrm>
          <a:custGeom>
            <a:avLst/>
            <a:gdLst/>
            <a:ahLst/>
            <a:cxnLst/>
            <a:rect l="l" t="t" r="r" b="b"/>
            <a:pathLst>
              <a:path w="291464" h="477520">
                <a:moveTo>
                  <a:pt x="286219" y="438759"/>
                </a:moveTo>
                <a:lnTo>
                  <a:pt x="173202" y="438759"/>
                </a:lnTo>
                <a:lnTo>
                  <a:pt x="173202" y="390906"/>
                </a:lnTo>
                <a:lnTo>
                  <a:pt x="171894" y="368846"/>
                </a:lnTo>
                <a:lnTo>
                  <a:pt x="151980" y="319519"/>
                </a:lnTo>
                <a:lnTo>
                  <a:pt x="141947" y="310451"/>
                </a:lnTo>
                <a:lnTo>
                  <a:pt x="141947" y="390906"/>
                </a:lnTo>
                <a:lnTo>
                  <a:pt x="141947" y="438759"/>
                </a:lnTo>
                <a:lnTo>
                  <a:pt x="36258" y="438759"/>
                </a:lnTo>
                <a:lnTo>
                  <a:pt x="36258" y="390906"/>
                </a:lnTo>
                <a:lnTo>
                  <a:pt x="50139" y="349999"/>
                </a:lnTo>
                <a:lnTo>
                  <a:pt x="89103" y="335343"/>
                </a:lnTo>
                <a:lnTo>
                  <a:pt x="101117" y="336270"/>
                </a:lnTo>
                <a:lnTo>
                  <a:pt x="134467" y="357974"/>
                </a:lnTo>
                <a:lnTo>
                  <a:pt x="141947" y="390906"/>
                </a:lnTo>
                <a:lnTo>
                  <a:pt x="141947" y="310451"/>
                </a:lnTo>
                <a:lnTo>
                  <a:pt x="140208" y="308876"/>
                </a:lnTo>
                <a:lnTo>
                  <a:pt x="125755" y="301282"/>
                </a:lnTo>
                <a:lnTo>
                  <a:pt x="108699" y="296722"/>
                </a:lnTo>
                <a:lnTo>
                  <a:pt x="89103" y="295211"/>
                </a:lnTo>
                <a:lnTo>
                  <a:pt x="69799" y="296722"/>
                </a:lnTo>
                <a:lnTo>
                  <a:pt x="26619" y="319519"/>
                </a:lnTo>
                <a:lnTo>
                  <a:pt x="6375" y="368846"/>
                </a:lnTo>
                <a:lnTo>
                  <a:pt x="5016" y="390906"/>
                </a:lnTo>
                <a:lnTo>
                  <a:pt x="5016" y="476961"/>
                </a:lnTo>
                <a:lnTo>
                  <a:pt x="286219" y="476961"/>
                </a:lnTo>
                <a:lnTo>
                  <a:pt x="286219" y="438759"/>
                </a:lnTo>
                <a:close/>
              </a:path>
              <a:path w="291464" h="477520">
                <a:moveTo>
                  <a:pt x="291236" y="130048"/>
                </a:moveTo>
                <a:lnTo>
                  <a:pt x="288785" y="102031"/>
                </a:lnTo>
                <a:lnTo>
                  <a:pt x="281406" y="76987"/>
                </a:lnTo>
                <a:lnTo>
                  <a:pt x="269113" y="54825"/>
                </a:lnTo>
                <a:lnTo>
                  <a:pt x="260769" y="45466"/>
                </a:lnTo>
                <a:lnTo>
                  <a:pt x="260769" y="130048"/>
                </a:lnTo>
                <a:lnTo>
                  <a:pt x="258876" y="149796"/>
                </a:lnTo>
                <a:lnTo>
                  <a:pt x="229908" y="196037"/>
                </a:lnTo>
                <a:lnTo>
                  <a:pt x="193497" y="214261"/>
                </a:lnTo>
                <a:lnTo>
                  <a:pt x="145808" y="220345"/>
                </a:lnTo>
                <a:lnTo>
                  <a:pt x="120624" y="218821"/>
                </a:lnTo>
                <a:lnTo>
                  <a:pt x="78651" y="206667"/>
                </a:lnTo>
                <a:lnTo>
                  <a:pt x="48272" y="182791"/>
                </a:lnTo>
                <a:lnTo>
                  <a:pt x="30861" y="130048"/>
                </a:lnTo>
                <a:lnTo>
                  <a:pt x="32804" y="110515"/>
                </a:lnTo>
                <a:lnTo>
                  <a:pt x="61722" y="64439"/>
                </a:lnTo>
                <a:lnTo>
                  <a:pt x="98272" y="46202"/>
                </a:lnTo>
                <a:lnTo>
                  <a:pt x="145808" y="40132"/>
                </a:lnTo>
                <a:lnTo>
                  <a:pt x="171043" y="41643"/>
                </a:lnTo>
                <a:lnTo>
                  <a:pt x="213131" y="53809"/>
                </a:lnTo>
                <a:lnTo>
                  <a:pt x="243509" y="77673"/>
                </a:lnTo>
                <a:lnTo>
                  <a:pt x="260769" y="130048"/>
                </a:lnTo>
                <a:lnTo>
                  <a:pt x="260769" y="45466"/>
                </a:lnTo>
                <a:lnTo>
                  <a:pt x="256019" y="40132"/>
                </a:lnTo>
                <a:lnTo>
                  <a:pt x="251891" y="35496"/>
                </a:lnTo>
                <a:lnTo>
                  <a:pt x="230543" y="20027"/>
                </a:lnTo>
                <a:lnTo>
                  <a:pt x="205790" y="8915"/>
                </a:lnTo>
                <a:lnTo>
                  <a:pt x="177571" y="2235"/>
                </a:lnTo>
                <a:lnTo>
                  <a:pt x="145808" y="0"/>
                </a:lnTo>
                <a:lnTo>
                  <a:pt x="114211" y="2235"/>
                </a:lnTo>
                <a:lnTo>
                  <a:pt x="61137" y="20027"/>
                </a:lnTo>
                <a:lnTo>
                  <a:pt x="22453" y="54825"/>
                </a:lnTo>
                <a:lnTo>
                  <a:pt x="2514" y="102031"/>
                </a:lnTo>
                <a:lnTo>
                  <a:pt x="0" y="130048"/>
                </a:lnTo>
                <a:lnTo>
                  <a:pt x="2514" y="158330"/>
                </a:lnTo>
                <a:lnTo>
                  <a:pt x="22453" y="205803"/>
                </a:lnTo>
                <a:lnTo>
                  <a:pt x="61137" y="240614"/>
                </a:lnTo>
                <a:lnTo>
                  <a:pt x="114211" y="258292"/>
                </a:lnTo>
                <a:lnTo>
                  <a:pt x="145808" y="260477"/>
                </a:lnTo>
                <a:lnTo>
                  <a:pt x="177571" y="258292"/>
                </a:lnTo>
                <a:lnTo>
                  <a:pt x="205790" y="251701"/>
                </a:lnTo>
                <a:lnTo>
                  <a:pt x="230543" y="240614"/>
                </a:lnTo>
                <a:lnTo>
                  <a:pt x="251891" y="224967"/>
                </a:lnTo>
                <a:lnTo>
                  <a:pt x="256044" y="220345"/>
                </a:lnTo>
                <a:lnTo>
                  <a:pt x="269113" y="205803"/>
                </a:lnTo>
                <a:lnTo>
                  <a:pt x="281406" y="183591"/>
                </a:lnTo>
                <a:lnTo>
                  <a:pt x="288785" y="158330"/>
                </a:lnTo>
                <a:lnTo>
                  <a:pt x="291236" y="130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777363" y="4773156"/>
            <a:ext cx="291465" cy="198120"/>
          </a:xfrm>
          <a:custGeom>
            <a:avLst/>
            <a:gdLst/>
            <a:ahLst/>
            <a:cxnLst/>
            <a:rect l="l" t="t" r="r" b="b"/>
            <a:pathLst>
              <a:path w="291464" h="198120">
                <a:moveTo>
                  <a:pt x="208692" y="0"/>
                </a:moveTo>
                <a:lnTo>
                  <a:pt x="165132" y="11559"/>
                </a:lnTo>
                <a:lnTo>
                  <a:pt x="136604" y="46211"/>
                </a:lnTo>
                <a:lnTo>
                  <a:pt x="125368" y="82967"/>
                </a:lnTo>
                <a:lnTo>
                  <a:pt x="120740" y="106121"/>
                </a:lnTo>
                <a:lnTo>
                  <a:pt x="117624" y="120513"/>
                </a:lnTo>
                <a:lnTo>
                  <a:pt x="93544" y="157059"/>
                </a:lnTo>
                <a:lnTo>
                  <a:pt x="77150" y="159760"/>
                </a:lnTo>
                <a:lnTo>
                  <a:pt x="66740" y="158741"/>
                </a:lnTo>
                <a:lnTo>
                  <a:pt x="37695" y="133839"/>
                </a:lnTo>
                <a:lnTo>
                  <a:pt x="30859" y="94930"/>
                </a:lnTo>
                <a:lnTo>
                  <a:pt x="31209" y="86102"/>
                </a:lnTo>
                <a:lnTo>
                  <a:pt x="38773" y="48182"/>
                </a:lnTo>
                <a:lnTo>
                  <a:pt x="51305" y="16979"/>
                </a:lnTo>
                <a:lnTo>
                  <a:pt x="14272" y="16979"/>
                </a:lnTo>
                <a:lnTo>
                  <a:pt x="3471" y="59042"/>
                </a:lnTo>
                <a:lnTo>
                  <a:pt x="0" y="99174"/>
                </a:lnTo>
                <a:lnTo>
                  <a:pt x="1368" y="121092"/>
                </a:lnTo>
                <a:lnTo>
                  <a:pt x="21601" y="171723"/>
                </a:lnTo>
                <a:lnTo>
                  <a:pt x="62666" y="196359"/>
                </a:lnTo>
                <a:lnTo>
                  <a:pt x="80236" y="197963"/>
                </a:lnTo>
                <a:lnTo>
                  <a:pt x="95503" y="196799"/>
                </a:lnTo>
                <a:lnTo>
                  <a:pt x="130384" y="179055"/>
                </a:lnTo>
                <a:lnTo>
                  <a:pt x="152299" y="137215"/>
                </a:lnTo>
                <a:lnTo>
                  <a:pt x="161630" y="94158"/>
                </a:lnTo>
                <a:lnTo>
                  <a:pt x="164885" y="80700"/>
                </a:lnTo>
                <a:lnTo>
                  <a:pt x="185354" y="46910"/>
                </a:lnTo>
                <a:lnTo>
                  <a:pt x="211392" y="39747"/>
                </a:lnTo>
                <a:lnTo>
                  <a:pt x="222760" y="40892"/>
                </a:lnTo>
                <a:lnTo>
                  <a:pt x="253607" y="67344"/>
                </a:lnTo>
                <a:lnTo>
                  <a:pt x="260769" y="107664"/>
                </a:lnTo>
                <a:lnTo>
                  <a:pt x="260395" y="118662"/>
                </a:lnTo>
                <a:lnTo>
                  <a:pt x="250594" y="162726"/>
                </a:lnTo>
                <a:lnTo>
                  <a:pt x="234537" y="196806"/>
                </a:lnTo>
                <a:lnTo>
                  <a:pt x="273884" y="196806"/>
                </a:lnTo>
                <a:lnTo>
                  <a:pt x="286999" y="150499"/>
                </a:lnTo>
                <a:lnTo>
                  <a:pt x="291243" y="107664"/>
                </a:lnTo>
                <a:lnTo>
                  <a:pt x="289941" y="82913"/>
                </a:lnTo>
                <a:lnTo>
                  <a:pt x="279526" y="42815"/>
                </a:lnTo>
                <a:lnTo>
                  <a:pt x="244615" y="6897"/>
                </a:lnTo>
                <a:lnTo>
                  <a:pt x="227937" y="1730"/>
                </a:lnTo>
                <a:lnTo>
                  <a:pt x="2086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4" name="object 74"/>
          <p:cNvGrpSpPr/>
          <p:nvPr/>
        </p:nvGrpSpPr>
        <p:grpSpPr>
          <a:xfrm>
            <a:off x="3782378" y="4255354"/>
            <a:ext cx="286385" cy="374650"/>
            <a:chOff x="3782378" y="4255354"/>
            <a:chExt cx="286385" cy="374650"/>
          </a:xfrm>
        </p:grpSpPr>
        <p:sp>
          <p:nvSpPr>
            <p:cNvPr id="75" name="object 75"/>
            <p:cNvSpPr/>
            <p:nvPr/>
          </p:nvSpPr>
          <p:spPr>
            <a:xfrm>
              <a:off x="3782377" y="4392135"/>
              <a:ext cx="281305" cy="237490"/>
            </a:xfrm>
            <a:custGeom>
              <a:avLst/>
              <a:gdLst/>
              <a:ahLst/>
              <a:cxnLst/>
              <a:rect l="l" t="t" r="r" b="b"/>
              <a:pathLst>
                <a:path w="281304" h="237489">
                  <a:moveTo>
                    <a:pt x="281203" y="100330"/>
                  </a:moveTo>
                  <a:lnTo>
                    <a:pt x="32016" y="100330"/>
                  </a:lnTo>
                  <a:lnTo>
                    <a:pt x="32016" y="0"/>
                  </a:lnTo>
                  <a:lnTo>
                    <a:pt x="0" y="0"/>
                  </a:lnTo>
                  <a:lnTo>
                    <a:pt x="0" y="100330"/>
                  </a:lnTo>
                  <a:lnTo>
                    <a:pt x="0" y="138430"/>
                  </a:lnTo>
                  <a:lnTo>
                    <a:pt x="0" y="237490"/>
                  </a:lnTo>
                  <a:lnTo>
                    <a:pt x="32016" y="237490"/>
                  </a:lnTo>
                  <a:lnTo>
                    <a:pt x="32016" y="138430"/>
                  </a:lnTo>
                  <a:lnTo>
                    <a:pt x="281203" y="138430"/>
                  </a:lnTo>
                  <a:lnTo>
                    <a:pt x="281203" y="1003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47748" y="4255354"/>
              <a:ext cx="220800" cy="178283"/>
            </a:xfrm>
            <a:prstGeom prst="rect">
              <a:avLst/>
            </a:prstGeom>
          </p:spPr>
        </p:pic>
      </p:grpSp>
      <p:sp>
        <p:nvSpPr>
          <p:cNvPr id="77" name="object 77"/>
          <p:cNvSpPr/>
          <p:nvPr/>
        </p:nvSpPr>
        <p:spPr>
          <a:xfrm>
            <a:off x="3847569" y="4010311"/>
            <a:ext cx="295910" cy="189230"/>
          </a:xfrm>
          <a:custGeom>
            <a:avLst/>
            <a:gdLst/>
            <a:ahLst/>
            <a:cxnLst/>
            <a:rect l="l" t="t" r="r" b="b"/>
            <a:pathLst>
              <a:path w="295910" h="189229">
                <a:moveTo>
                  <a:pt x="108011" y="34730"/>
                </a:moveTo>
                <a:lnTo>
                  <a:pt x="37032" y="34730"/>
                </a:lnTo>
                <a:lnTo>
                  <a:pt x="28353" y="40591"/>
                </a:lnTo>
                <a:lnTo>
                  <a:pt x="5208" y="71275"/>
                </a:lnTo>
                <a:lnTo>
                  <a:pt x="2371" y="80609"/>
                </a:lnTo>
                <a:lnTo>
                  <a:pt x="2314" y="80796"/>
                </a:lnTo>
                <a:lnTo>
                  <a:pt x="578" y="91113"/>
                </a:lnTo>
                <a:lnTo>
                  <a:pt x="0" y="102261"/>
                </a:lnTo>
                <a:lnTo>
                  <a:pt x="1874" y="120935"/>
                </a:lnTo>
                <a:lnTo>
                  <a:pt x="7393" y="137378"/>
                </a:lnTo>
                <a:lnTo>
                  <a:pt x="7474" y="137619"/>
                </a:lnTo>
                <a:lnTo>
                  <a:pt x="45682" y="175515"/>
                </a:lnTo>
                <a:lnTo>
                  <a:pt x="84872" y="187248"/>
                </a:lnTo>
                <a:lnTo>
                  <a:pt x="108011" y="188702"/>
                </a:lnTo>
                <a:lnTo>
                  <a:pt x="131373" y="187248"/>
                </a:lnTo>
                <a:lnTo>
                  <a:pt x="152276" y="182865"/>
                </a:lnTo>
                <a:lnTo>
                  <a:pt x="170720" y="175515"/>
                </a:lnTo>
                <a:lnTo>
                  <a:pt x="186705" y="165162"/>
                </a:lnTo>
                <a:lnTo>
                  <a:pt x="199118" y="152814"/>
                </a:lnTo>
                <a:lnTo>
                  <a:pt x="108011" y="152814"/>
                </a:lnTo>
                <a:lnTo>
                  <a:pt x="90447" y="151867"/>
                </a:lnTo>
                <a:lnTo>
                  <a:pt x="49762" y="137378"/>
                </a:lnTo>
                <a:lnTo>
                  <a:pt x="28932" y="93772"/>
                </a:lnTo>
                <a:lnTo>
                  <a:pt x="30215" y="80796"/>
                </a:lnTo>
                <a:lnTo>
                  <a:pt x="30233" y="80609"/>
                </a:lnTo>
                <a:lnTo>
                  <a:pt x="61250" y="43521"/>
                </a:lnTo>
                <a:lnTo>
                  <a:pt x="90032" y="35810"/>
                </a:lnTo>
                <a:lnTo>
                  <a:pt x="89070" y="35810"/>
                </a:lnTo>
                <a:lnTo>
                  <a:pt x="108011" y="34730"/>
                </a:lnTo>
                <a:close/>
              </a:path>
              <a:path w="295910" h="189229">
                <a:moveTo>
                  <a:pt x="189791" y="0"/>
                </a:moveTo>
                <a:lnTo>
                  <a:pt x="5015" y="0"/>
                </a:lnTo>
                <a:lnTo>
                  <a:pt x="5015" y="34730"/>
                </a:lnTo>
                <a:lnTo>
                  <a:pt x="195963" y="34730"/>
                </a:lnTo>
                <a:lnTo>
                  <a:pt x="212749" y="35810"/>
                </a:lnTo>
                <a:lnTo>
                  <a:pt x="249582" y="51709"/>
                </a:lnTo>
                <a:lnTo>
                  <a:pt x="266182" y="86874"/>
                </a:lnTo>
                <a:lnTo>
                  <a:pt x="267327" y="102648"/>
                </a:lnTo>
                <a:lnTo>
                  <a:pt x="267194" y="106301"/>
                </a:lnTo>
                <a:lnTo>
                  <a:pt x="267171" y="106934"/>
                </a:lnTo>
                <a:lnTo>
                  <a:pt x="258117" y="148183"/>
                </a:lnTo>
                <a:lnTo>
                  <a:pt x="251126" y="163233"/>
                </a:lnTo>
                <a:lnTo>
                  <a:pt x="284686" y="163233"/>
                </a:lnTo>
                <a:lnTo>
                  <a:pt x="294245" y="123401"/>
                </a:lnTo>
                <a:lnTo>
                  <a:pt x="295873" y="97245"/>
                </a:lnTo>
                <a:lnTo>
                  <a:pt x="294216" y="74230"/>
                </a:lnTo>
                <a:lnTo>
                  <a:pt x="281063" y="37606"/>
                </a:lnTo>
                <a:lnTo>
                  <a:pt x="236370" y="6029"/>
                </a:lnTo>
                <a:lnTo>
                  <a:pt x="214744" y="1513"/>
                </a:lnTo>
                <a:lnTo>
                  <a:pt x="189791" y="0"/>
                </a:lnTo>
                <a:close/>
              </a:path>
              <a:path w="295910" h="189229">
                <a:moveTo>
                  <a:pt x="178990" y="34730"/>
                </a:moveTo>
                <a:lnTo>
                  <a:pt x="108011" y="34730"/>
                </a:lnTo>
                <a:lnTo>
                  <a:pt x="127127" y="35810"/>
                </a:lnTo>
                <a:lnTo>
                  <a:pt x="126151" y="35810"/>
                </a:lnTo>
                <a:lnTo>
                  <a:pt x="166259" y="50166"/>
                </a:lnTo>
                <a:lnTo>
                  <a:pt x="187090" y="93772"/>
                </a:lnTo>
                <a:lnTo>
                  <a:pt x="185851" y="106301"/>
                </a:lnTo>
                <a:lnTo>
                  <a:pt x="185788" y="106934"/>
                </a:lnTo>
                <a:lnTo>
                  <a:pt x="154826" y="144185"/>
                </a:lnTo>
                <a:lnTo>
                  <a:pt x="108011" y="152814"/>
                </a:lnTo>
                <a:lnTo>
                  <a:pt x="199118" y="152814"/>
                </a:lnTo>
                <a:lnTo>
                  <a:pt x="215985" y="102648"/>
                </a:lnTo>
                <a:lnTo>
                  <a:pt x="216022" y="102261"/>
                </a:lnTo>
                <a:lnTo>
                  <a:pt x="215443" y="91113"/>
                </a:lnTo>
                <a:lnTo>
                  <a:pt x="201556" y="54483"/>
                </a:lnTo>
                <a:lnTo>
                  <a:pt x="187669" y="40591"/>
                </a:lnTo>
                <a:lnTo>
                  <a:pt x="178990" y="347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8" name="object 7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847569" y="3793052"/>
            <a:ext cx="221037" cy="161303"/>
          </a:xfrm>
          <a:prstGeom prst="rect">
            <a:avLst/>
          </a:prstGeom>
        </p:spPr>
      </p:pic>
      <p:sp>
        <p:nvSpPr>
          <p:cNvPr id="79" name="object 79"/>
          <p:cNvSpPr/>
          <p:nvPr/>
        </p:nvSpPr>
        <p:spPr>
          <a:xfrm>
            <a:off x="3770805" y="3531801"/>
            <a:ext cx="343535" cy="86995"/>
          </a:xfrm>
          <a:custGeom>
            <a:avLst/>
            <a:gdLst/>
            <a:ahLst/>
            <a:cxnLst/>
            <a:rect l="l" t="t" r="r" b="b"/>
            <a:pathLst>
              <a:path w="343535" h="86995">
                <a:moveTo>
                  <a:pt x="343320" y="0"/>
                </a:moveTo>
                <a:lnTo>
                  <a:pt x="300356" y="22044"/>
                </a:lnTo>
                <a:lnTo>
                  <a:pt x="257683" y="37432"/>
                </a:lnTo>
                <a:lnTo>
                  <a:pt x="215105" y="46790"/>
                </a:lnTo>
                <a:lnTo>
                  <a:pt x="171659" y="49780"/>
                </a:lnTo>
                <a:lnTo>
                  <a:pt x="150033" y="49045"/>
                </a:lnTo>
                <a:lnTo>
                  <a:pt x="107215" y="42943"/>
                </a:lnTo>
                <a:lnTo>
                  <a:pt x="64824" y="30552"/>
                </a:lnTo>
                <a:lnTo>
                  <a:pt x="21849" y="11872"/>
                </a:lnTo>
                <a:lnTo>
                  <a:pt x="0" y="0"/>
                </a:lnTo>
                <a:lnTo>
                  <a:pt x="0" y="30100"/>
                </a:lnTo>
                <a:lnTo>
                  <a:pt x="44023" y="55087"/>
                </a:lnTo>
                <a:lnTo>
                  <a:pt x="87179" y="72548"/>
                </a:lnTo>
                <a:lnTo>
                  <a:pt x="129709" y="82968"/>
                </a:lnTo>
                <a:lnTo>
                  <a:pt x="171659" y="86441"/>
                </a:lnTo>
                <a:lnTo>
                  <a:pt x="192785" y="85572"/>
                </a:lnTo>
                <a:lnTo>
                  <a:pt x="235182" y="78626"/>
                </a:lnTo>
                <a:lnTo>
                  <a:pt x="277952" y="64667"/>
                </a:lnTo>
                <a:lnTo>
                  <a:pt x="321242" y="43407"/>
                </a:lnTo>
                <a:lnTo>
                  <a:pt x="343320" y="30100"/>
                </a:lnTo>
                <a:lnTo>
                  <a:pt x="3433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777363" y="3155554"/>
            <a:ext cx="291465" cy="324485"/>
          </a:xfrm>
          <a:custGeom>
            <a:avLst/>
            <a:gdLst/>
            <a:ahLst/>
            <a:cxnLst/>
            <a:rect l="l" t="t" r="r" b="b"/>
            <a:pathLst>
              <a:path w="291464" h="324485">
                <a:moveTo>
                  <a:pt x="76378" y="194105"/>
                </a:moveTo>
                <a:lnTo>
                  <a:pt x="32113" y="204198"/>
                </a:lnTo>
                <a:lnTo>
                  <a:pt x="5207" y="232694"/>
                </a:lnTo>
                <a:lnTo>
                  <a:pt x="1369" y="245067"/>
                </a:lnTo>
                <a:lnTo>
                  <a:pt x="1301" y="245284"/>
                </a:lnTo>
                <a:lnTo>
                  <a:pt x="0" y="259321"/>
                </a:lnTo>
                <a:lnTo>
                  <a:pt x="1301" y="273575"/>
                </a:lnTo>
                <a:lnTo>
                  <a:pt x="5207" y="286237"/>
                </a:lnTo>
                <a:lnTo>
                  <a:pt x="32113" y="314383"/>
                </a:lnTo>
                <a:lnTo>
                  <a:pt x="76378" y="324151"/>
                </a:lnTo>
                <a:lnTo>
                  <a:pt x="93315" y="323066"/>
                </a:lnTo>
                <a:lnTo>
                  <a:pt x="132698" y="306786"/>
                </a:lnTo>
                <a:lnTo>
                  <a:pt x="143627" y="294051"/>
                </a:lnTo>
                <a:lnTo>
                  <a:pt x="76378" y="294051"/>
                </a:lnTo>
                <a:lnTo>
                  <a:pt x="64878" y="293472"/>
                </a:lnTo>
                <a:lnTo>
                  <a:pt x="27581" y="273792"/>
                </a:lnTo>
                <a:lnTo>
                  <a:pt x="23916" y="259321"/>
                </a:lnTo>
                <a:lnTo>
                  <a:pt x="24844" y="251651"/>
                </a:lnTo>
                <a:lnTo>
                  <a:pt x="27406" y="245284"/>
                </a:lnTo>
                <a:lnTo>
                  <a:pt x="27493" y="245067"/>
                </a:lnTo>
                <a:lnTo>
                  <a:pt x="27581" y="244850"/>
                </a:lnTo>
                <a:lnTo>
                  <a:pt x="64878" y="224843"/>
                </a:lnTo>
                <a:lnTo>
                  <a:pt x="76378" y="224204"/>
                </a:lnTo>
                <a:lnTo>
                  <a:pt x="143405" y="224204"/>
                </a:lnTo>
                <a:lnTo>
                  <a:pt x="141877" y="221552"/>
                </a:lnTo>
                <a:lnTo>
                  <a:pt x="108299" y="198639"/>
                </a:lnTo>
                <a:lnTo>
                  <a:pt x="93315" y="195250"/>
                </a:lnTo>
                <a:lnTo>
                  <a:pt x="76378" y="194105"/>
                </a:lnTo>
                <a:close/>
              </a:path>
              <a:path w="291464" h="324485">
                <a:moveTo>
                  <a:pt x="143405" y="224204"/>
                </a:moveTo>
                <a:lnTo>
                  <a:pt x="76378" y="224204"/>
                </a:lnTo>
                <a:lnTo>
                  <a:pt x="89567" y="224843"/>
                </a:lnTo>
                <a:lnTo>
                  <a:pt x="88686" y="224843"/>
                </a:lnTo>
                <a:lnTo>
                  <a:pt x="125755" y="244657"/>
                </a:lnTo>
                <a:lnTo>
                  <a:pt x="129227" y="259321"/>
                </a:lnTo>
                <a:lnTo>
                  <a:pt x="128359" y="266991"/>
                </a:lnTo>
                <a:lnTo>
                  <a:pt x="98752" y="291736"/>
                </a:lnTo>
                <a:lnTo>
                  <a:pt x="76378" y="294051"/>
                </a:lnTo>
                <a:lnTo>
                  <a:pt x="143627" y="294051"/>
                </a:lnTo>
                <a:lnTo>
                  <a:pt x="148129" y="286237"/>
                </a:lnTo>
                <a:lnTo>
                  <a:pt x="151837" y="273792"/>
                </a:lnTo>
                <a:lnTo>
                  <a:pt x="151902" y="273575"/>
                </a:lnTo>
                <a:lnTo>
                  <a:pt x="153144" y="259321"/>
                </a:lnTo>
                <a:lnTo>
                  <a:pt x="151921" y="245284"/>
                </a:lnTo>
                <a:lnTo>
                  <a:pt x="151837" y="244850"/>
                </a:lnTo>
                <a:lnTo>
                  <a:pt x="148215" y="232694"/>
                </a:lnTo>
                <a:lnTo>
                  <a:pt x="148129" y="232405"/>
                </a:lnTo>
                <a:lnTo>
                  <a:pt x="143405" y="224204"/>
                </a:lnTo>
                <a:close/>
              </a:path>
              <a:path w="291464" h="324485">
                <a:moveTo>
                  <a:pt x="0" y="59042"/>
                </a:moveTo>
                <a:lnTo>
                  <a:pt x="0" y="89141"/>
                </a:lnTo>
                <a:lnTo>
                  <a:pt x="291243" y="265110"/>
                </a:lnTo>
                <a:lnTo>
                  <a:pt x="291243" y="235010"/>
                </a:lnTo>
                <a:lnTo>
                  <a:pt x="0" y="59042"/>
                </a:lnTo>
                <a:close/>
              </a:path>
              <a:path w="291464" h="324485">
                <a:moveTo>
                  <a:pt x="215249" y="0"/>
                </a:moveTo>
                <a:lnTo>
                  <a:pt x="170659" y="10093"/>
                </a:lnTo>
                <a:lnTo>
                  <a:pt x="143692" y="38252"/>
                </a:lnTo>
                <a:lnTo>
                  <a:pt x="138484" y="64830"/>
                </a:lnTo>
                <a:lnTo>
                  <a:pt x="139786" y="79144"/>
                </a:lnTo>
                <a:lnTo>
                  <a:pt x="159315" y="112681"/>
                </a:lnTo>
                <a:lnTo>
                  <a:pt x="198535" y="128961"/>
                </a:lnTo>
                <a:lnTo>
                  <a:pt x="215249" y="130047"/>
                </a:lnTo>
                <a:lnTo>
                  <a:pt x="231958" y="128961"/>
                </a:lnTo>
                <a:lnTo>
                  <a:pt x="270798" y="112681"/>
                </a:lnTo>
                <a:lnTo>
                  <a:pt x="281670" y="99946"/>
                </a:lnTo>
                <a:lnTo>
                  <a:pt x="215249" y="99946"/>
                </a:lnTo>
                <a:lnTo>
                  <a:pt x="203466" y="99367"/>
                </a:lnTo>
                <a:lnTo>
                  <a:pt x="165873" y="79494"/>
                </a:lnTo>
                <a:lnTo>
                  <a:pt x="162401" y="64830"/>
                </a:lnTo>
                <a:lnTo>
                  <a:pt x="163329" y="57160"/>
                </a:lnTo>
                <a:lnTo>
                  <a:pt x="193358" y="32415"/>
                </a:lnTo>
                <a:lnTo>
                  <a:pt x="215249" y="30099"/>
                </a:lnTo>
                <a:lnTo>
                  <a:pt x="281514" y="30099"/>
                </a:lnTo>
                <a:lnTo>
                  <a:pt x="279851" y="27223"/>
                </a:lnTo>
                <a:lnTo>
                  <a:pt x="270798" y="17751"/>
                </a:lnTo>
                <a:lnTo>
                  <a:pt x="259731" y="10093"/>
                </a:lnTo>
                <a:lnTo>
                  <a:pt x="246785" y="4534"/>
                </a:lnTo>
                <a:lnTo>
                  <a:pt x="231958" y="1145"/>
                </a:lnTo>
                <a:lnTo>
                  <a:pt x="215249" y="0"/>
                </a:lnTo>
                <a:close/>
              </a:path>
              <a:path w="291464" h="324485">
                <a:moveTo>
                  <a:pt x="281514" y="30099"/>
                </a:moveTo>
                <a:lnTo>
                  <a:pt x="215249" y="30099"/>
                </a:lnTo>
                <a:lnTo>
                  <a:pt x="226810" y="30678"/>
                </a:lnTo>
                <a:lnTo>
                  <a:pt x="237141" y="32415"/>
                </a:lnTo>
                <a:lnTo>
                  <a:pt x="266844" y="57160"/>
                </a:lnTo>
                <a:lnTo>
                  <a:pt x="267712" y="64830"/>
                </a:lnTo>
                <a:lnTo>
                  <a:pt x="266844" y="72560"/>
                </a:lnTo>
                <a:lnTo>
                  <a:pt x="237141" y="97631"/>
                </a:lnTo>
                <a:lnTo>
                  <a:pt x="215249" y="99946"/>
                </a:lnTo>
                <a:lnTo>
                  <a:pt x="281670" y="99946"/>
                </a:lnTo>
                <a:lnTo>
                  <a:pt x="286228" y="91939"/>
                </a:lnTo>
                <a:lnTo>
                  <a:pt x="289898" y="79494"/>
                </a:lnTo>
                <a:lnTo>
                  <a:pt x="290001" y="79144"/>
                </a:lnTo>
                <a:lnTo>
                  <a:pt x="291243" y="64830"/>
                </a:lnTo>
                <a:lnTo>
                  <a:pt x="290001" y="50799"/>
                </a:lnTo>
                <a:lnTo>
                  <a:pt x="286228" y="38252"/>
                </a:lnTo>
                <a:lnTo>
                  <a:pt x="281514" y="30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770805" y="3017018"/>
            <a:ext cx="343535" cy="86995"/>
          </a:xfrm>
          <a:custGeom>
            <a:avLst/>
            <a:gdLst/>
            <a:ahLst/>
            <a:cxnLst/>
            <a:rect l="l" t="t" r="r" b="b"/>
            <a:pathLst>
              <a:path w="343535" h="86994">
                <a:moveTo>
                  <a:pt x="171659" y="0"/>
                </a:moveTo>
                <a:lnTo>
                  <a:pt x="129709" y="3665"/>
                </a:lnTo>
                <a:lnTo>
                  <a:pt x="87179" y="14278"/>
                </a:lnTo>
                <a:lnTo>
                  <a:pt x="44023" y="31836"/>
                </a:lnTo>
                <a:lnTo>
                  <a:pt x="0" y="56340"/>
                </a:lnTo>
                <a:lnTo>
                  <a:pt x="0" y="86440"/>
                </a:lnTo>
                <a:lnTo>
                  <a:pt x="21849" y="74785"/>
                </a:lnTo>
                <a:lnTo>
                  <a:pt x="43445" y="64685"/>
                </a:lnTo>
                <a:lnTo>
                  <a:pt x="86022" y="49008"/>
                </a:lnTo>
                <a:lnTo>
                  <a:pt x="128552" y="39796"/>
                </a:lnTo>
                <a:lnTo>
                  <a:pt x="171659" y="36660"/>
                </a:lnTo>
                <a:lnTo>
                  <a:pt x="193509" y="37450"/>
                </a:lnTo>
                <a:lnTo>
                  <a:pt x="236484" y="43660"/>
                </a:lnTo>
                <a:lnTo>
                  <a:pt x="279038" y="56105"/>
                </a:lnTo>
                <a:lnTo>
                  <a:pt x="321748" y="74785"/>
                </a:lnTo>
                <a:lnTo>
                  <a:pt x="343320" y="86440"/>
                </a:lnTo>
                <a:lnTo>
                  <a:pt x="343320" y="56340"/>
                </a:lnTo>
                <a:lnTo>
                  <a:pt x="299488" y="31836"/>
                </a:lnTo>
                <a:lnTo>
                  <a:pt x="256525" y="14278"/>
                </a:lnTo>
                <a:lnTo>
                  <a:pt x="213947" y="3665"/>
                </a:lnTo>
                <a:lnTo>
                  <a:pt x="192785" y="928"/>
                </a:lnTo>
                <a:lnTo>
                  <a:pt x="1716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1586" y="364251"/>
            <a:ext cx="15640500" cy="138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POS-MASKED CONTEXTUAL EMBEDDINGS REVEAL CLUSTERS OF POS SENSITIVITY ACROSS THE BRAIN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14398" y="2507520"/>
            <a:ext cx="19675475" cy="4836160"/>
            <a:chOff x="314398" y="2507520"/>
            <a:chExt cx="19675475" cy="48361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398" y="2550519"/>
              <a:ext cx="9824939" cy="479310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64613" y="2541516"/>
              <a:ext cx="9824939" cy="479310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321581" y="2507532"/>
              <a:ext cx="11660505" cy="998219"/>
            </a:xfrm>
            <a:custGeom>
              <a:avLst/>
              <a:gdLst/>
              <a:ahLst/>
              <a:cxnLst/>
              <a:rect l="l" t="t" r="r" b="b"/>
              <a:pathLst>
                <a:path w="11660505" h="998220">
                  <a:moveTo>
                    <a:pt x="1394726" y="0"/>
                  </a:moveTo>
                  <a:lnTo>
                    <a:pt x="0" y="0"/>
                  </a:lnTo>
                  <a:lnTo>
                    <a:pt x="0" y="998131"/>
                  </a:lnTo>
                  <a:lnTo>
                    <a:pt x="1394726" y="998131"/>
                  </a:lnTo>
                  <a:lnTo>
                    <a:pt x="1394726" y="0"/>
                  </a:lnTo>
                  <a:close/>
                </a:path>
                <a:path w="11660505" h="998220">
                  <a:moveTo>
                    <a:pt x="11659984" y="0"/>
                  </a:moveTo>
                  <a:lnTo>
                    <a:pt x="10265258" y="0"/>
                  </a:lnTo>
                  <a:lnTo>
                    <a:pt x="10265258" y="998131"/>
                  </a:lnTo>
                  <a:lnTo>
                    <a:pt x="11659984" y="998131"/>
                  </a:lnTo>
                  <a:lnTo>
                    <a:pt x="116599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854374" y="8282754"/>
            <a:ext cx="4445000" cy="1302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90295">
              <a:lnSpc>
                <a:spcPct val="106000"/>
              </a:lnSpc>
              <a:spcBef>
                <a:spcPts val="100"/>
              </a:spcBef>
            </a:pPr>
            <a:r>
              <a:rPr sz="3950" b="1" dirty="0">
                <a:latin typeface="Arial"/>
                <a:cs typeface="Arial"/>
              </a:rPr>
              <a:t>Subject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50" dirty="0">
                <a:latin typeface="Arial"/>
                <a:cs typeface="Arial"/>
              </a:rPr>
              <a:t>7 </a:t>
            </a:r>
            <a:r>
              <a:rPr sz="3950" b="1" dirty="0">
                <a:latin typeface="Arial"/>
                <a:cs typeface="Arial"/>
              </a:rPr>
              <a:t>Listening </a:t>
            </a:r>
            <a:r>
              <a:rPr sz="3950" b="1" spc="-10" dirty="0">
                <a:latin typeface="Arial"/>
                <a:cs typeface="Arial"/>
              </a:rPr>
              <a:t>Modality</a:t>
            </a:r>
            <a:endParaRPr sz="39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2930611" y="8282754"/>
            <a:ext cx="4193540" cy="1302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64565">
              <a:lnSpc>
                <a:spcPct val="106000"/>
              </a:lnSpc>
              <a:spcBef>
                <a:spcPts val="100"/>
              </a:spcBef>
            </a:pPr>
            <a:r>
              <a:rPr sz="3950" b="1" dirty="0">
                <a:latin typeface="Arial"/>
                <a:cs typeface="Arial"/>
              </a:rPr>
              <a:t>Subject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60" dirty="0">
                <a:latin typeface="Arial"/>
                <a:cs typeface="Arial"/>
              </a:rPr>
              <a:t>7 </a:t>
            </a:r>
            <a:r>
              <a:rPr sz="3950" b="1" dirty="0">
                <a:latin typeface="Arial"/>
                <a:cs typeface="Arial"/>
              </a:rPr>
              <a:t>Reading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10" dirty="0">
                <a:latin typeface="Arial"/>
                <a:cs typeface="Arial"/>
              </a:rPr>
              <a:t>Modality</a:t>
            </a:r>
            <a:endParaRPr sz="3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14397" y="2507520"/>
            <a:ext cx="19675475" cy="4836160"/>
            <a:chOff x="314397" y="2507520"/>
            <a:chExt cx="19675475" cy="48361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397" y="2550519"/>
              <a:ext cx="9824939" cy="479310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64613" y="2541516"/>
              <a:ext cx="9824939" cy="479310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321581" y="2507532"/>
              <a:ext cx="11660505" cy="998219"/>
            </a:xfrm>
            <a:custGeom>
              <a:avLst/>
              <a:gdLst/>
              <a:ahLst/>
              <a:cxnLst/>
              <a:rect l="l" t="t" r="r" b="b"/>
              <a:pathLst>
                <a:path w="11660505" h="998220">
                  <a:moveTo>
                    <a:pt x="1394726" y="0"/>
                  </a:moveTo>
                  <a:lnTo>
                    <a:pt x="0" y="0"/>
                  </a:lnTo>
                  <a:lnTo>
                    <a:pt x="0" y="998131"/>
                  </a:lnTo>
                  <a:lnTo>
                    <a:pt x="1394726" y="998131"/>
                  </a:lnTo>
                  <a:lnTo>
                    <a:pt x="1394726" y="0"/>
                  </a:lnTo>
                  <a:close/>
                </a:path>
                <a:path w="11660505" h="998220">
                  <a:moveTo>
                    <a:pt x="11659984" y="0"/>
                  </a:moveTo>
                  <a:lnTo>
                    <a:pt x="10265258" y="0"/>
                  </a:lnTo>
                  <a:lnTo>
                    <a:pt x="10265258" y="998131"/>
                  </a:lnTo>
                  <a:lnTo>
                    <a:pt x="11659984" y="998131"/>
                  </a:lnTo>
                  <a:lnTo>
                    <a:pt x="116599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91216" y="4060703"/>
              <a:ext cx="528320" cy="528320"/>
            </a:xfrm>
            <a:custGeom>
              <a:avLst/>
              <a:gdLst/>
              <a:ahLst/>
              <a:cxnLst/>
              <a:rect l="l" t="t" r="r" b="b"/>
              <a:pathLst>
                <a:path w="528320" h="528320">
                  <a:moveTo>
                    <a:pt x="0" y="263866"/>
                  </a:moveTo>
                  <a:lnTo>
                    <a:pt x="4251" y="216436"/>
                  </a:lnTo>
                  <a:lnTo>
                    <a:pt x="16508" y="171794"/>
                  </a:lnTo>
                  <a:lnTo>
                    <a:pt x="36025" y="130687"/>
                  </a:lnTo>
                  <a:lnTo>
                    <a:pt x="62058" y="93860"/>
                  </a:lnTo>
                  <a:lnTo>
                    <a:pt x="93860" y="62058"/>
                  </a:lnTo>
                  <a:lnTo>
                    <a:pt x="130687" y="36025"/>
                  </a:lnTo>
                  <a:lnTo>
                    <a:pt x="171794" y="16508"/>
                  </a:lnTo>
                  <a:lnTo>
                    <a:pt x="216436" y="4251"/>
                  </a:lnTo>
                  <a:lnTo>
                    <a:pt x="263866" y="0"/>
                  </a:lnTo>
                  <a:lnTo>
                    <a:pt x="311296" y="4251"/>
                  </a:lnTo>
                  <a:lnTo>
                    <a:pt x="355937" y="16508"/>
                  </a:lnTo>
                  <a:lnTo>
                    <a:pt x="397044" y="36025"/>
                  </a:lnTo>
                  <a:lnTo>
                    <a:pt x="433872" y="62058"/>
                  </a:lnTo>
                  <a:lnTo>
                    <a:pt x="465674" y="93860"/>
                  </a:lnTo>
                  <a:lnTo>
                    <a:pt x="491707" y="130687"/>
                  </a:lnTo>
                  <a:lnTo>
                    <a:pt x="511224" y="171794"/>
                  </a:lnTo>
                  <a:lnTo>
                    <a:pt x="523481" y="216436"/>
                  </a:lnTo>
                  <a:lnTo>
                    <a:pt x="527732" y="263866"/>
                  </a:lnTo>
                  <a:lnTo>
                    <a:pt x="523481" y="311296"/>
                  </a:lnTo>
                  <a:lnTo>
                    <a:pt x="511224" y="355937"/>
                  </a:lnTo>
                  <a:lnTo>
                    <a:pt x="491707" y="397044"/>
                  </a:lnTo>
                  <a:lnTo>
                    <a:pt x="465674" y="433872"/>
                  </a:lnTo>
                  <a:lnTo>
                    <a:pt x="433872" y="465674"/>
                  </a:lnTo>
                  <a:lnTo>
                    <a:pt x="397044" y="491707"/>
                  </a:lnTo>
                  <a:lnTo>
                    <a:pt x="355937" y="511224"/>
                  </a:lnTo>
                  <a:lnTo>
                    <a:pt x="311296" y="523481"/>
                  </a:lnTo>
                  <a:lnTo>
                    <a:pt x="263866" y="527732"/>
                  </a:lnTo>
                  <a:lnTo>
                    <a:pt x="216436" y="523481"/>
                  </a:lnTo>
                  <a:lnTo>
                    <a:pt x="171794" y="511224"/>
                  </a:lnTo>
                  <a:lnTo>
                    <a:pt x="130687" y="491707"/>
                  </a:lnTo>
                  <a:lnTo>
                    <a:pt x="93860" y="465674"/>
                  </a:lnTo>
                  <a:lnTo>
                    <a:pt x="62058" y="433872"/>
                  </a:lnTo>
                  <a:lnTo>
                    <a:pt x="36025" y="397044"/>
                  </a:lnTo>
                  <a:lnTo>
                    <a:pt x="16508" y="355937"/>
                  </a:lnTo>
                  <a:lnTo>
                    <a:pt x="4251" y="311296"/>
                  </a:lnTo>
                  <a:lnTo>
                    <a:pt x="0" y="263866"/>
                  </a:lnTo>
                  <a:close/>
                </a:path>
              </a:pathLst>
            </a:custGeom>
            <a:ln w="4188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03171" y="4935231"/>
              <a:ext cx="528320" cy="528320"/>
            </a:xfrm>
            <a:custGeom>
              <a:avLst/>
              <a:gdLst/>
              <a:ahLst/>
              <a:cxnLst/>
              <a:rect l="l" t="t" r="r" b="b"/>
              <a:pathLst>
                <a:path w="528320" h="528320">
                  <a:moveTo>
                    <a:pt x="0" y="263866"/>
                  </a:moveTo>
                  <a:lnTo>
                    <a:pt x="4251" y="216436"/>
                  </a:lnTo>
                  <a:lnTo>
                    <a:pt x="16508" y="171794"/>
                  </a:lnTo>
                  <a:lnTo>
                    <a:pt x="36025" y="130687"/>
                  </a:lnTo>
                  <a:lnTo>
                    <a:pt x="62058" y="93860"/>
                  </a:lnTo>
                  <a:lnTo>
                    <a:pt x="93860" y="62058"/>
                  </a:lnTo>
                  <a:lnTo>
                    <a:pt x="130687" y="36025"/>
                  </a:lnTo>
                  <a:lnTo>
                    <a:pt x="171794" y="16508"/>
                  </a:lnTo>
                  <a:lnTo>
                    <a:pt x="216436" y="4251"/>
                  </a:lnTo>
                  <a:lnTo>
                    <a:pt x="263866" y="0"/>
                  </a:lnTo>
                  <a:lnTo>
                    <a:pt x="311296" y="4251"/>
                  </a:lnTo>
                  <a:lnTo>
                    <a:pt x="355937" y="16508"/>
                  </a:lnTo>
                  <a:lnTo>
                    <a:pt x="397044" y="36025"/>
                  </a:lnTo>
                  <a:lnTo>
                    <a:pt x="433872" y="62058"/>
                  </a:lnTo>
                  <a:lnTo>
                    <a:pt x="465674" y="93860"/>
                  </a:lnTo>
                  <a:lnTo>
                    <a:pt x="491707" y="130687"/>
                  </a:lnTo>
                  <a:lnTo>
                    <a:pt x="511224" y="171794"/>
                  </a:lnTo>
                  <a:lnTo>
                    <a:pt x="523481" y="216436"/>
                  </a:lnTo>
                  <a:lnTo>
                    <a:pt x="527732" y="263866"/>
                  </a:lnTo>
                  <a:lnTo>
                    <a:pt x="523481" y="311296"/>
                  </a:lnTo>
                  <a:lnTo>
                    <a:pt x="511224" y="355937"/>
                  </a:lnTo>
                  <a:lnTo>
                    <a:pt x="491707" y="397044"/>
                  </a:lnTo>
                  <a:lnTo>
                    <a:pt x="465674" y="433872"/>
                  </a:lnTo>
                  <a:lnTo>
                    <a:pt x="433872" y="465674"/>
                  </a:lnTo>
                  <a:lnTo>
                    <a:pt x="397044" y="491707"/>
                  </a:lnTo>
                  <a:lnTo>
                    <a:pt x="355937" y="511224"/>
                  </a:lnTo>
                  <a:lnTo>
                    <a:pt x="311296" y="523481"/>
                  </a:lnTo>
                  <a:lnTo>
                    <a:pt x="263866" y="527732"/>
                  </a:lnTo>
                  <a:lnTo>
                    <a:pt x="216436" y="523481"/>
                  </a:lnTo>
                  <a:lnTo>
                    <a:pt x="171794" y="511224"/>
                  </a:lnTo>
                  <a:lnTo>
                    <a:pt x="130687" y="491707"/>
                  </a:lnTo>
                  <a:lnTo>
                    <a:pt x="93860" y="465674"/>
                  </a:lnTo>
                  <a:lnTo>
                    <a:pt x="62058" y="433872"/>
                  </a:lnTo>
                  <a:lnTo>
                    <a:pt x="36025" y="397044"/>
                  </a:lnTo>
                  <a:lnTo>
                    <a:pt x="16508" y="355937"/>
                  </a:lnTo>
                  <a:lnTo>
                    <a:pt x="4251" y="311296"/>
                  </a:lnTo>
                  <a:lnTo>
                    <a:pt x="0" y="263866"/>
                  </a:lnTo>
                  <a:close/>
                </a:path>
              </a:pathLst>
            </a:custGeom>
            <a:ln w="4188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57478" y="3974189"/>
              <a:ext cx="528320" cy="528320"/>
            </a:xfrm>
            <a:custGeom>
              <a:avLst/>
              <a:gdLst/>
              <a:ahLst/>
              <a:cxnLst/>
              <a:rect l="l" t="t" r="r" b="b"/>
              <a:pathLst>
                <a:path w="528320" h="528320">
                  <a:moveTo>
                    <a:pt x="0" y="263866"/>
                  </a:moveTo>
                  <a:lnTo>
                    <a:pt x="4251" y="216436"/>
                  </a:lnTo>
                  <a:lnTo>
                    <a:pt x="16508" y="171794"/>
                  </a:lnTo>
                  <a:lnTo>
                    <a:pt x="36025" y="130687"/>
                  </a:lnTo>
                  <a:lnTo>
                    <a:pt x="62058" y="93860"/>
                  </a:lnTo>
                  <a:lnTo>
                    <a:pt x="93860" y="62058"/>
                  </a:lnTo>
                  <a:lnTo>
                    <a:pt x="130687" y="36025"/>
                  </a:lnTo>
                  <a:lnTo>
                    <a:pt x="171794" y="16508"/>
                  </a:lnTo>
                  <a:lnTo>
                    <a:pt x="216436" y="4251"/>
                  </a:lnTo>
                  <a:lnTo>
                    <a:pt x="263866" y="0"/>
                  </a:lnTo>
                  <a:lnTo>
                    <a:pt x="311296" y="4251"/>
                  </a:lnTo>
                  <a:lnTo>
                    <a:pt x="355937" y="16508"/>
                  </a:lnTo>
                  <a:lnTo>
                    <a:pt x="397044" y="36025"/>
                  </a:lnTo>
                  <a:lnTo>
                    <a:pt x="433872" y="62058"/>
                  </a:lnTo>
                  <a:lnTo>
                    <a:pt x="465674" y="93860"/>
                  </a:lnTo>
                  <a:lnTo>
                    <a:pt x="491707" y="130687"/>
                  </a:lnTo>
                  <a:lnTo>
                    <a:pt x="511224" y="171794"/>
                  </a:lnTo>
                  <a:lnTo>
                    <a:pt x="523481" y="216436"/>
                  </a:lnTo>
                  <a:lnTo>
                    <a:pt x="527732" y="263866"/>
                  </a:lnTo>
                  <a:lnTo>
                    <a:pt x="523481" y="311296"/>
                  </a:lnTo>
                  <a:lnTo>
                    <a:pt x="511224" y="355937"/>
                  </a:lnTo>
                  <a:lnTo>
                    <a:pt x="491707" y="397044"/>
                  </a:lnTo>
                  <a:lnTo>
                    <a:pt x="465674" y="433872"/>
                  </a:lnTo>
                  <a:lnTo>
                    <a:pt x="433872" y="465674"/>
                  </a:lnTo>
                  <a:lnTo>
                    <a:pt x="397044" y="491707"/>
                  </a:lnTo>
                  <a:lnTo>
                    <a:pt x="355937" y="511224"/>
                  </a:lnTo>
                  <a:lnTo>
                    <a:pt x="311296" y="523481"/>
                  </a:lnTo>
                  <a:lnTo>
                    <a:pt x="263866" y="527732"/>
                  </a:lnTo>
                  <a:lnTo>
                    <a:pt x="216436" y="523481"/>
                  </a:lnTo>
                  <a:lnTo>
                    <a:pt x="171794" y="511224"/>
                  </a:lnTo>
                  <a:lnTo>
                    <a:pt x="130687" y="491707"/>
                  </a:lnTo>
                  <a:lnTo>
                    <a:pt x="93860" y="465674"/>
                  </a:lnTo>
                  <a:lnTo>
                    <a:pt x="62058" y="433872"/>
                  </a:lnTo>
                  <a:lnTo>
                    <a:pt x="36025" y="397044"/>
                  </a:lnTo>
                  <a:lnTo>
                    <a:pt x="16508" y="355937"/>
                  </a:lnTo>
                  <a:lnTo>
                    <a:pt x="4251" y="311296"/>
                  </a:lnTo>
                  <a:lnTo>
                    <a:pt x="0" y="263866"/>
                  </a:lnTo>
                  <a:close/>
                </a:path>
              </a:pathLst>
            </a:custGeom>
            <a:ln w="4188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341427" y="4060703"/>
              <a:ext cx="528320" cy="528320"/>
            </a:xfrm>
            <a:custGeom>
              <a:avLst/>
              <a:gdLst/>
              <a:ahLst/>
              <a:cxnLst/>
              <a:rect l="l" t="t" r="r" b="b"/>
              <a:pathLst>
                <a:path w="528319" h="528320">
                  <a:moveTo>
                    <a:pt x="0" y="263866"/>
                  </a:moveTo>
                  <a:lnTo>
                    <a:pt x="4251" y="216436"/>
                  </a:lnTo>
                  <a:lnTo>
                    <a:pt x="16508" y="171794"/>
                  </a:lnTo>
                  <a:lnTo>
                    <a:pt x="36025" y="130687"/>
                  </a:lnTo>
                  <a:lnTo>
                    <a:pt x="62058" y="93860"/>
                  </a:lnTo>
                  <a:lnTo>
                    <a:pt x="93860" y="62058"/>
                  </a:lnTo>
                  <a:lnTo>
                    <a:pt x="130687" y="36025"/>
                  </a:lnTo>
                  <a:lnTo>
                    <a:pt x="171794" y="16508"/>
                  </a:lnTo>
                  <a:lnTo>
                    <a:pt x="216436" y="4251"/>
                  </a:lnTo>
                  <a:lnTo>
                    <a:pt x="263866" y="0"/>
                  </a:lnTo>
                  <a:lnTo>
                    <a:pt x="311296" y="4251"/>
                  </a:lnTo>
                  <a:lnTo>
                    <a:pt x="355937" y="16508"/>
                  </a:lnTo>
                  <a:lnTo>
                    <a:pt x="397044" y="36025"/>
                  </a:lnTo>
                  <a:lnTo>
                    <a:pt x="433872" y="62058"/>
                  </a:lnTo>
                  <a:lnTo>
                    <a:pt x="465674" y="93860"/>
                  </a:lnTo>
                  <a:lnTo>
                    <a:pt x="491707" y="130687"/>
                  </a:lnTo>
                  <a:lnTo>
                    <a:pt x="511224" y="171794"/>
                  </a:lnTo>
                  <a:lnTo>
                    <a:pt x="523481" y="216436"/>
                  </a:lnTo>
                  <a:lnTo>
                    <a:pt x="527732" y="263866"/>
                  </a:lnTo>
                  <a:lnTo>
                    <a:pt x="523481" y="311296"/>
                  </a:lnTo>
                  <a:lnTo>
                    <a:pt x="511224" y="355937"/>
                  </a:lnTo>
                  <a:lnTo>
                    <a:pt x="491707" y="397044"/>
                  </a:lnTo>
                  <a:lnTo>
                    <a:pt x="465674" y="433872"/>
                  </a:lnTo>
                  <a:lnTo>
                    <a:pt x="433872" y="465674"/>
                  </a:lnTo>
                  <a:lnTo>
                    <a:pt x="397044" y="491707"/>
                  </a:lnTo>
                  <a:lnTo>
                    <a:pt x="355937" y="511224"/>
                  </a:lnTo>
                  <a:lnTo>
                    <a:pt x="311296" y="523481"/>
                  </a:lnTo>
                  <a:lnTo>
                    <a:pt x="263866" y="527732"/>
                  </a:lnTo>
                  <a:lnTo>
                    <a:pt x="216436" y="523481"/>
                  </a:lnTo>
                  <a:lnTo>
                    <a:pt x="171794" y="511224"/>
                  </a:lnTo>
                  <a:lnTo>
                    <a:pt x="130687" y="491707"/>
                  </a:lnTo>
                  <a:lnTo>
                    <a:pt x="93860" y="465674"/>
                  </a:lnTo>
                  <a:lnTo>
                    <a:pt x="62058" y="433872"/>
                  </a:lnTo>
                  <a:lnTo>
                    <a:pt x="36025" y="397044"/>
                  </a:lnTo>
                  <a:lnTo>
                    <a:pt x="16508" y="355937"/>
                  </a:lnTo>
                  <a:lnTo>
                    <a:pt x="4251" y="311296"/>
                  </a:lnTo>
                  <a:lnTo>
                    <a:pt x="0" y="263866"/>
                  </a:lnTo>
                  <a:close/>
                </a:path>
              </a:pathLst>
            </a:custGeom>
            <a:ln w="4188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753381" y="4935231"/>
              <a:ext cx="528320" cy="528320"/>
            </a:xfrm>
            <a:custGeom>
              <a:avLst/>
              <a:gdLst/>
              <a:ahLst/>
              <a:cxnLst/>
              <a:rect l="l" t="t" r="r" b="b"/>
              <a:pathLst>
                <a:path w="528319" h="528320">
                  <a:moveTo>
                    <a:pt x="0" y="263866"/>
                  </a:moveTo>
                  <a:lnTo>
                    <a:pt x="4251" y="216436"/>
                  </a:lnTo>
                  <a:lnTo>
                    <a:pt x="16508" y="171794"/>
                  </a:lnTo>
                  <a:lnTo>
                    <a:pt x="36025" y="130687"/>
                  </a:lnTo>
                  <a:lnTo>
                    <a:pt x="62058" y="93860"/>
                  </a:lnTo>
                  <a:lnTo>
                    <a:pt x="93860" y="62058"/>
                  </a:lnTo>
                  <a:lnTo>
                    <a:pt x="130687" y="36025"/>
                  </a:lnTo>
                  <a:lnTo>
                    <a:pt x="171794" y="16508"/>
                  </a:lnTo>
                  <a:lnTo>
                    <a:pt x="216436" y="4251"/>
                  </a:lnTo>
                  <a:lnTo>
                    <a:pt x="263866" y="0"/>
                  </a:lnTo>
                  <a:lnTo>
                    <a:pt x="311296" y="4251"/>
                  </a:lnTo>
                  <a:lnTo>
                    <a:pt x="355937" y="16508"/>
                  </a:lnTo>
                  <a:lnTo>
                    <a:pt x="397044" y="36025"/>
                  </a:lnTo>
                  <a:lnTo>
                    <a:pt x="433872" y="62058"/>
                  </a:lnTo>
                  <a:lnTo>
                    <a:pt x="465674" y="93860"/>
                  </a:lnTo>
                  <a:lnTo>
                    <a:pt x="491707" y="130687"/>
                  </a:lnTo>
                  <a:lnTo>
                    <a:pt x="511224" y="171794"/>
                  </a:lnTo>
                  <a:lnTo>
                    <a:pt x="523481" y="216436"/>
                  </a:lnTo>
                  <a:lnTo>
                    <a:pt x="527732" y="263866"/>
                  </a:lnTo>
                  <a:lnTo>
                    <a:pt x="523481" y="311296"/>
                  </a:lnTo>
                  <a:lnTo>
                    <a:pt x="511224" y="355937"/>
                  </a:lnTo>
                  <a:lnTo>
                    <a:pt x="491707" y="397044"/>
                  </a:lnTo>
                  <a:lnTo>
                    <a:pt x="465674" y="433872"/>
                  </a:lnTo>
                  <a:lnTo>
                    <a:pt x="433872" y="465674"/>
                  </a:lnTo>
                  <a:lnTo>
                    <a:pt x="397044" y="491707"/>
                  </a:lnTo>
                  <a:lnTo>
                    <a:pt x="355937" y="511224"/>
                  </a:lnTo>
                  <a:lnTo>
                    <a:pt x="311296" y="523481"/>
                  </a:lnTo>
                  <a:lnTo>
                    <a:pt x="263866" y="527732"/>
                  </a:lnTo>
                  <a:lnTo>
                    <a:pt x="216436" y="523481"/>
                  </a:lnTo>
                  <a:lnTo>
                    <a:pt x="171794" y="511224"/>
                  </a:lnTo>
                  <a:lnTo>
                    <a:pt x="130687" y="491707"/>
                  </a:lnTo>
                  <a:lnTo>
                    <a:pt x="93860" y="465674"/>
                  </a:lnTo>
                  <a:lnTo>
                    <a:pt x="62058" y="433872"/>
                  </a:lnTo>
                  <a:lnTo>
                    <a:pt x="36025" y="397044"/>
                  </a:lnTo>
                  <a:lnTo>
                    <a:pt x="16508" y="355937"/>
                  </a:lnTo>
                  <a:lnTo>
                    <a:pt x="4251" y="311296"/>
                  </a:lnTo>
                  <a:lnTo>
                    <a:pt x="0" y="263866"/>
                  </a:lnTo>
                  <a:close/>
                </a:path>
              </a:pathLst>
            </a:custGeom>
            <a:ln w="4188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107697" y="3974189"/>
              <a:ext cx="528320" cy="528320"/>
            </a:xfrm>
            <a:custGeom>
              <a:avLst/>
              <a:gdLst/>
              <a:ahLst/>
              <a:cxnLst/>
              <a:rect l="l" t="t" r="r" b="b"/>
              <a:pathLst>
                <a:path w="528319" h="528320">
                  <a:moveTo>
                    <a:pt x="0" y="263866"/>
                  </a:moveTo>
                  <a:lnTo>
                    <a:pt x="4251" y="216436"/>
                  </a:lnTo>
                  <a:lnTo>
                    <a:pt x="16508" y="171794"/>
                  </a:lnTo>
                  <a:lnTo>
                    <a:pt x="36025" y="130687"/>
                  </a:lnTo>
                  <a:lnTo>
                    <a:pt x="62058" y="93860"/>
                  </a:lnTo>
                  <a:lnTo>
                    <a:pt x="93860" y="62058"/>
                  </a:lnTo>
                  <a:lnTo>
                    <a:pt x="130687" y="36025"/>
                  </a:lnTo>
                  <a:lnTo>
                    <a:pt x="171794" y="16508"/>
                  </a:lnTo>
                  <a:lnTo>
                    <a:pt x="216436" y="4251"/>
                  </a:lnTo>
                  <a:lnTo>
                    <a:pt x="263866" y="0"/>
                  </a:lnTo>
                  <a:lnTo>
                    <a:pt x="311296" y="4251"/>
                  </a:lnTo>
                  <a:lnTo>
                    <a:pt x="355937" y="16508"/>
                  </a:lnTo>
                  <a:lnTo>
                    <a:pt x="397044" y="36025"/>
                  </a:lnTo>
                  <a:lnTo>
                    <a:pt x="433872" y="62058"/>
                  </a:lnTo>
                  <a:lnTo>
                    <a:pt x="465674" y="93860"/>
                  </a:lnTo>
                  <a:lnTo>
                    <a:pt x="491707" y="130687"/>
                  </a:lnTo>
                  <a:lnTo>
                    <a:pt x="511224" y="171794"/>
                  </a:lnTo>
                  <a:lnTo>
                    <a:pt x="523481" y="216436"/>
                  </a:lnTo>
                  <a:lnTo>
                    <a:pt x="527732" y="263866"/>
                  </a:lnTo>
                  <a:lnTo>
                    <a:pt x="523481" y="311296"/>
                  </a:lnTo>
                  <a:lnTo>
                    <a:pt x="511224" y="355937"/>
                  </a:lnTo>
                  <a:lnTo>
                    <a:pt x="491707" y="397044"/>
                  </a:lnTo>
                  <a:lnTo>
                    <a:pt x="465674" y="433872"/>
                  </a:lnTo>
                  <a:lnTo>
                    <a:pt x="433872" y="465674"/>
                  </a:lnTo>
                  <a:lnTo>
                    <a:pt x="397044" y="491707"/>
                  </a:lnTo>
                  <a:lnTo>
                    <a:pt x="355937" y="511224"/>
                  </a:lnTo>
                  <a:lnTo>
                    <a:pt x="311296" y="523481"/>
                  </a:lnTo>
                  <a:lnTo>
                    <a:pt x="263866" y="527732"/>
                  </a:lnTo>
                  <a:lnTo>
                    <a:pt x="216436" y="523481"/>
                  </a:lnTo>
                  <a:lnTo>
                    <a:pt x="171794" y="511224"/>
                  </a:lnTo>
                  <a:lnTo>
                    <a:pt x="130687" y="491707"/>
                  </a:lnTo>
                  <a:lnTo>
                    <a:pt x="93860" y="465674"/>
                  </a:lnTo>
                  <a:lnTo>
                    <a:pt x="62058" y="433872"/>
                  </a:lnTo>
                  <a:lnTo>
                    <a:pt x="36025" y="397044"/>
                  </a:lnTo>
                  <a:lnTo>
                    <a:pt x="16508" y="355937"/>
                  </a:lnTo>
                  <a:lnTo>
                    <a:pt x="4251" y="311296"/>
                  </a:lnTo>
                  <a:lnTo>
                    <a:pt x="0" y="263866"/>
                  </a:lnTo>
                  <a:close/>
                </a:path>
              </a:pathLst>
            </a:custGeom>
            <a:ln w="4188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930611" y="8282754"/>
            <a:ext cx="4193540" cy="1302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64565">
              <a:lnSpc>
                <a:spcPct val="106000"/>
              </a:lnSpc>
              <a:spcBef>
                <a:spcPts val="100"/>
              </a:spcBef>
            </a:pPr>
            <a:r>
              <a:rPr sz="3950" b="1" dirty="0">
                <a:latin typeface="Arial"/>
                <a:cs typeface="Arial"/>
              </a:rPr>
              <a:t>Subject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60" dirty="0">
                <a:latin typeface="Arial"/>
                <a:cs typeface="Arial"/>
              </a:rPr>
              <a:t>7 </a:t>
            </a:r>
            <a:r>
              <a:rPr sz="3950" b="1" dirty="0">
                <a:latin typeface="Arial"/>
                <a:cs typeface="Arial"/>
              </a:rPr>
              <a:t>Reading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10" dirty="0">
                <a:latin typeface="Arial"/>
                <a:cs typeface="Arial"/>
              </a:rPr>
              <a:t>Modality</a:t>
            </a:r>
            <a:endParaRPr sz="395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15" name="object 15"/>
          <p:cNvSpPr txBox="1"/>
          <p:nvPr/>
        </p:nvSpPr>
        <p:spPr>
          <a:xfrm>
            <a:off x="12854374" y="8282754"/>
            <a:ext cx="4445000" cy="1302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90295">
              <a:lnSpc>
                <a:spcPct val="106000"/>
              </a:lnSpc>
              <a:spcBef>
                <a:spcPts val="100"/>
              </a:spcBef>
            </a:pPr>
            <a:r>
              <a:rPr sz="3950" b="1" dirty="0">
                <a:latin typeface="Arial"/>
                <a:cs typeface="Arial"/>
              </a:rPr>
              <a:t>Subject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50" dirty="0">
                <a:latin typeface="Arial"/>
                <a:cs typeface="Arial"/>
              </a:rPr>
              <a:t>7 </a:t>
            </a:r>
            <a:r>
              <a:rPr sz="3950" b="1" dirty="0">
                <a:latin typeface="Arial"/>
                <a:cs typeface="Arial"/>
              </a:rPr>
              <a:t>Listening </a:t>
            </a:r>
            <a:r>
              <a:rPr sz="3950" b="1" spc="-10" dirty="0">
                <a:latin typeface="Arial"/>
                <a:cs typeface="Arial"/>
              </a:rPr>
              <a:t>Modality</a:t>
            </a:r>
            <a:endParaRPr sz="3950">
              <a:latin typeface="Arial"/>
              <a:cs typeface="Arial"/>
            </a:endParaRPr>
          </a:p>
        </p:txBody>
      </p:sp>
      <p:sp>
        <p:nvSpPr>
          <p:cNvPr id="20" name="object 2" descr="$PPTXTitle">
            <a:extLst>
              <a:ext uri="{FF2B5EF4-FFF2-40B4-BE49-F238E27FC236}">
                <a16:creationId xmlns:a16="http://schemas.microsoft.com/office/drawing/2014/main" id="{DC17797D-459F-A68A-11AA-9A295E46FA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1312" y="363539"/>
            <a:ext cx="16416337" cy="138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POS-MASKED CONTEXTUAL EMBEDDINGS REVEAL CLUSTERS OF POS SENSITIVITY ACROSS THE BRAIN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1586" y="364251"/>
            <a:ext cx="15640500" cy="138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POS-MASKED CONTEXTUAL EMBEDDINGS REVEAL CLUSTERS OF POS SENSITIVITY ACROSS THE BRAIN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14397" y="2507520"/>
            <a:ext cx="19675475" cy="4836160"/>
            <a:chOff x="314397" y="2507520"/>
            <a:chExt cx="19675475" cy="48361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397" y="2550519"/>
              <a:ext cx="9824939" cy="479310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64613" y="2541516"/>
              <a:ext cx="9824939" cy="479310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321581" y="2507532"/>
              <a:ext cx="11660505" cy="998219"/>
            </a:xfrm>
            <a:custGeom>
              <a:avLst/>
              <a:gdLst/>
              <a:ahLst/>
              <a:cxnLst/>
              <a:rect l="l" t="t" r="r" b="b"/>
              <a:pathLst>
                <a:path w="11660505" h="998220">
                  <a:moveTo>
                    <a:pt x="1394726" y="0"/>
                  </a:moveTo>
                  <a:lnTo>
                    <a:pt x="0" y="0"/>
                  </a:lnTo>
                  <a:lnTo>
                    <a:pt x="0" y="998131"/>
                  </a:lnTo>
                  <a:lnTo>
                    <a:pt x="1394726" y="998131"/>
                  </a:lnTo>
                  <a:lnTo>
                    <a:pt x="1394726" y="0"/>
                  </a:lnTo>
                  <a:close/>
                </a:path>
                <a:path w="11660505" h="998220">
                  <a:moveTo>
                    <a:pt x="11659984" y="0"/>
                  </a:moveTo>
                  <a:lnTo>
                    <a:pt x="10265258" y="0"/>
                  </a:lnTo>
                  <a:lnTo>
                    <a:pt x="10265258" y="998131"/>
                  </a:lnTo>
                  <a:lnTo>
                    <a:pt x="11659984" y="998131"/>
                  </a:lnTo>
                  <a:lnTo>
                    <a:pt x="116599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50562" y="5126545"/>
              <a:ext cx="528320" cy="528320"/>
            </a:xfrm>
            <a:custGeom>
              <a:avLst/>
              <a:gdLst/>
              <a:ahLst/>
              <a:cxnLst/>
              <a:rect l="l" t="t" r="r" b="b"/>
              <a:pathLst>
                <a:path w="528320" h="528320">
                  <a:moveTo>
                    <a:pt x="0" y="263866"/>
                  </a:moveTo>
                  <a:lnTo>
                    <a:pt x="4251" y="216436"/>
                  </a:lnTo>
                  <a:lnTo>
                    <a:pt x="16508" y="171794"/>
                  </a:lnTo>
                  <a:lnTo>
                    <a:pt x="36025" y="130687"/>
                  </a:lnTo>
                  <a:lnTo>
                    <a:pt x="62058" y="93860"/>
                  </a:lnTo>
                  <a:lnTo>
                    <a:pt x="93860" y="62058"/>
                  </a:lnTo>
                  <a:lnTo>
                    <a:pt x="130687" y="36025"/>
                  </a:lnTo>
                  <a:lnTo>
                    <a:pt x="171794" y="16508"/>
                  </a:lnTo>
                  <a:lnTo>
                    <a:pt x="216436" y="4251"/>
                  </a:lnTo>
                  <a:lnTo>
                    <a:pt x="263866" y="0"/>
                  </a:lnTo>
                  <a:lnTo>
                    <a:pt x="311296" y="4251"/>
                  </a:lnTo>
                  <a:lnTo>
                    <a:pt x="355937" y="16508"/>
                  </a:lnTo>
                  <a:lnTo>
                    <a:pt x="397044" y="36025"/>
                  </a:lnTo>
                  <a:lnTo>
                    <a:pt x="433872" y="62058"/>
                  </a:lnTo>
                  <a:lnTo>
                    <a:pt x="465674" y="93860"/>
                  </a:lnTo>
                  <a:lnTo>
                    <a:pt x="491707" y="130687"/>
                  </a:lnTo>
                  <a:lnTo>
                    <a:pt x="511224" y="171794"/>
                  </a:lnTo>
                  <a:lnTo>
                    <a:pt x="523481" y="216436"/>
                  </a:lnTo>
                  <a:lnTo>
                    <a:pt x="527732" y="263866"/>
                  </a:lnTo>
                  <a:lnTo>
                    <a:pt x="523481" y="311296"/>
                  </a:lnTo>
                  <a:lnTo>
                    <a:pt x="511224" y="355937"/>
                  </a:lnTo>
                  <a:lnTo>
                    <a:pt x="491707" y="397044"/>
                  </a:lnTo>
                  <a:lnTo>
                    <a:pt x="465674" y="433872"/>
                  </a:lnTo>
                  <a:lnTo>
                    <a:pt x="433872" y="465674"/>
                  </a:lnTo>
                  <a:lnTo>
                    <a:pt x="397044" y="491707"/>
                  </a:lnTo>
                  <a:lnTo>
                    <a:pt x="355937" y="511224"/>
                  </a:lnTo>
                  <a:lnTo>
                    <a:pt x="311296" y="523481"/>
                  </a:lnTo>
                  <a:lnTo>
                    <a:pt x="263866" y="527732"/>
                  </a:lnTo>
                  <a:lnTo>
                    <a:pt x="216436" y="523481"/>
                  </a:lnTo>
                  <a:lnTo>
                    <a:pt x="171794" y="511224"/>
                  </a:lnTo>
                  <a:lnTo>
                    <a:pt x="130687" y="491707"/>
                  </a:lnTo>
                  <a:lnTo>
                    <a:pt x="93860" y="465674"/>
                  </a:lnTo>
                  <a:lnTo>
                    <a:pt x="62058" y="433872"/>
                  </a:lnTo>
                  <a:lnTo>
                    <a:pt x="36025" y="397044"/>
                  </a:lnTo>
                  <a:lnTo>
                    <a:pt x="16508" y="355937"/>
                  </a:lnTo>
                  <a:lnTo>
                    <a:pt x="4251" y="311296"/>
                  </a:lnTo>
                  <a:lnTo>
                    <a:pt x="0" y="263866"/>
                  </a:lnTo>
                  <a:close/>
                </a:path>
              </a:pathLst>
            </a:custGeom>
            <a:ln w="4188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286268" y="4897247"/>
              <a:ext cx="757555" cy="757555"/>
            </a:xfrm>
            <a:custGeom>
              <a:avLst/>
              <a:gdLst/>
              <a:ahLst/>
              <a:cxnLst/>
              <a:rect l="l" t="t" r="r" b="b"/>
              <a:pathLst>
                <a:path w="757555" h="757554">
                  <a:moveTo>
                    <a:pt x="0" y="378515"/>
                  </a:moveTo>
                  <a:lnTo>
                    <a:pt x="2949" y="331034"/>
                  </a:lnTo>
                  <a:lnTo>
                    <a:pt x="11560" y="285314"/>
                  </a:lnTo>
                  <a:lnTo>
                    <a:pt x="25478" y="241709"/>
                  </a:lnTo>
                  <a:lnTo>
                    <a:pt x="44348" y="200573"/>
                  </a:lnTo>
                  <a:lnTo>
                    <a:pt x="67817" y="162261"/>
                  </a:lnTo>
                  <a:lnTo>
                    <a:pt x="95528" y="127128"/>
                  </a:lnTo>
                  <a:lnTo>
                    <a:pt x="127128" y="95528"/>
                  </a:lnTo>
                  <a:lnTo>
                    <a:pt x="162261" y="67817"/>
                  </a:lnTo>
                  <a:lnTo>
                    <a:pt x="200573" y="44348"/>
                  </a:lnTo>
                  <a:lnTo>
                    <a:pt x="241709" y="25478"/>
                  </a:lnTo>
                  <a:lnTo>
                    <a:pt x="285314" y="11560"/>
                  </a:lnTo>
                  <a:lnTo>
                    <a:pt x="331034" y="2949"/>
                  </a:lnTo>
                  <a:lnTo>
                    <a:pt x="378515" y="0"/>
                  </a:lnTo>
                  <a:lnTo>
                    <a:pt x="425995" y="2949"/>
                  </a:lnTo>
                  <a:lnTo>
                    <a:pt x="471715" y="11560"/>
                  </a:lnTo>
                  <a:lnTo>
                    <a:pt x="515320" y="25478"/>
                  </a:lnTo>
                  <a:lnTo>
                    <a:pt x="556456" y="44348"/>
                  </a:lnTo>
                  <a:lnTo>
                    <a:pt x="594768" y="67817"/>
                  </a:lnTo>
                  <a:lnTo>
                    <a:pt x="629902" y="95528"/>
                  </a:lnTo>
                  <a:lnTo>
                    <a:pt x="661501" y="127128"/>
                  </a:lnTo>
                  <a:lnTo>
                    <a:pt x="689212" y="162261"/>
                  </a:lnTo>
                  <a:lnTo>
                    <a:pt x="712681" y="200573"/>
                  </a:lnTo>
                  <a:lnTo>
                    <a:pt x="731551" y="241709"/>
                  </a:lnTo>
                  <a:lnTo>
                    <a:pt x="745470" y="285314"/>
                  </a:lnTo>
                  <a:lnTo>
                    <a:pt x="754081" y="331034"/>
                  </a:lnTo>
                  <a:lnTo>
                    <a:pt x="757030" y="378515"/>
                  </a:lnTo>
                  <a:lnTo>
                    <a:pt x="754081" y="425995"/>
                  </a:lnTo>
                  <a:lnTo>
                    <a:pt x="745470" y="471715"/>
                  </a:lnTo>
                  <a:lnTo>
                    <a:pt x="731551" y="515320"/>
                  </a:lnTo>
                  <a:lnTo>
                    <a:pt x="712681" y="556456"/>
                  </a:lnTo>
                  <a:lnTo>
                    <a:pt x="689212" y="594768"/>
                  </a:lnTo>
                  <a:lnTo>
                    <a:pt x="661501" y="629902"/>
                  </a:lnTo>
                  <a:lnTo>
                    <a:pt x="629902" y="661501"/>
                  </a:lnTo>
                  <a:lnTo>
                    <a:pt x="594768" y="689212"/>
                  </a:lnTo>
                  <a:lnTo>
                    <a:pt x="556456" y="712681"/>
                  </a:lnTo>
                  <a:lnTo>
                    <a:pt x="515320" y="731551"/>
                  </a:lnTo>
                  <a:lnTo>
                    <a:pt x="471715" y="745470"/>
                  </a:lnTo>
                  <a:lnTo>
                    <a:pt x="425995" y="754081"/>
                  </a:lnTo>
                  <a:lnTo>
                    <a:pt x="378515" y="757030"/>
                  </a:lnTo>
                  <a:lnTo>
                    <a:pt x="331034" y="754081"/>
                  </a:lnTo>
                  <a:lnTo>
                    <a:pt x="285314" y="745470"/>
                  </a:lnTo>
                  <a:lnTo>
                    <a:pt x="241709" y="731551"/>
                  </a:lnTo>
                  <a:lnTo>
                    <a:pt x="200573" y="712681"/>
                  </a:lnTo>
                  <a:lnTo>
                    <a:pt x="162261" y="689212"/>
                  </a:lnTo>
                  <a:lnTo>
                    <a:pt x="127128" y="661501"/>
                  </a:lnTo>
                  <a:lnTo>
                    <a:pt x="95528" y="629902"/>
                  </a:lnTo>
                  <a:lnTo>
                    <a:pt x="67817" y="594768"/>
                  </a:lnTo>
                  <a:lnTo>
                    <a:pt x="44348" y="556456"/>
                  </a:lnTo>
                  <a:lnTo>
                    <a:pt x="25478" y="515320"/>
                  </a:lnTo>
                  <a:lnTo>
                    <a:pt x="11560" y="471715"/>
                  </a:lnTo>
                  <a:lnTo>
                    <a:pt x="2949" y="425995"/>
                  </a:lnTo>
                  <a:lnTo>
                    <a:pt x="0" y="378515"/>
                  </a:lnTo>
                  <a:close/>
                </a:path>
              </a:pathLst>
            </a:custGeom>
            <a:ln w="4188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66466" y="3660621"/>
              <a:ext cx="528320" cy="528320"/>
            </a:xfrm>
            <a:custGeom>
              <a:avLst/>
              <a:gdLst/>
              <a:ahLst/>
              <a:cxnLst/>
              <a:rect l="l" t="t" r="r" b="b"/>
              <a:pathLst>
                <a:path w="528320" h="528320">
                  <a:moveTo>
                    <a:pt x="0" y="263866"/>
                  </a:moveTo>
                  <a:lnTo>
                    <a:pt x="4251" y="216436"/>
                  </a:lnTo>
                  <a:lnTo>
                    <a:pt x="16508" y="171794"/>
                  </a:lnTo>
                  <a:lnTo>
                    <a:pt x="36025" y="130687"/>
                  </a:lnTo>
                  <a:lnTo>
                    <a:pt x="62058" y="93860"/>
                  </a:lnTo>
                  <a:lnTo>
                    <a:pt x="93860" y="62058"/>
                  </a:lnTo>
                  <a:lnTo>
                    <a:pt x="130687" y="36025"/>
                  </a:lnTo>
                  <a:lnTo>
                    <a:pt x="171794" y="16508"/>
                  </a:lnTo>
                  <a:lnTo>
                    <a:pt x="216436" y="4251"/>
                  </a:lnTo>
                  <a:lnTo>
                    <a:pt x="263866" y="0"/>
                  </a:lnTo>
                  <a:lnTo>
                    <a:pt x="311296" y="4251"/>
                  </a:lnTo>
                  <a:lnTo>
                    <a:pt x="355937" y="16508"/>
                  </a:lnTo>
                  <a:lnTo>
                    <a:pt x="397044" y="36025"/>
                  </a:lnTo>
                  <a:lnTo>
                    <a:pt x="433872" y="62058"/>
                  </a:lnTo>
                  <a:lnTo>
                    <a:pt x="465674" y="93860"/>
                  </a:lnTo>
                  <a:lnTo>
                    <a:pt x="491707" y="130687"/>
                  </a:lnTo>
                  <a:lnTo>
                    <a:pt x="511224" y="171794"/>
                  </a:lnTo>
                  <a:lnTo>
                    <a:pt x="523481" y="216436"/>
                  </a:lnTo>
                  <a:lnTo>
                    <a:pt x="527732" y="263866"/>
                  </a:lnTo>
                  <a:lnTo>
                    <a:pt x="523481" y="311296"/>
                  </a:lnTo>
                  <a:lnTo>
                    <a:pt x="511224" y="355937"/>
                  </a:lnTo>
                  <a:lnTo>
                    <a:pt x="491707" y="397044"/>
                  </a:lnTo>
                  <a:lnTo>
                    <a:pt x="465674" y="433872"/>
                  </a:lnTo>
                  <a:lnTo>
                    <a:pt x="433872" y="465674"/>
                  </a:lnTo>
                  <a:lnTo>
                    <a:pt x="397044" y="491707"/>
                  </a:lnTo>
                  <a:lnTo>
                    <a:pt x="355937" y="511224"/>
                  </a:lnTo>
                  <a:lnTo>
                    <a:pt x="311296" y="523481"/>
                  </a:lnTo>
                  <a:lnTo>
                    <a:pt x="263866" y="527732"/>
                  </a:lnTo>
                  <a:lnTo>
                    <a:pt x="216436" y="523481"/>
                  </a:lnTo>
                  <a:lnTo>
                    <a:pt x="171794" y="511224"/>
                  </a:lnTo>
                  <a:lnTo>
                    <a:pt x="130687" y="491707"/>
                  </a:lnTo>
                  <a:lnTo>
                    <a:pt x="93860" y="465674"/>
                  </a:lnTo>
                  <a:lnTo>
                    <a:pt x="62058" y="433872"/>
                  </a:lnTo>
                  <a:lnTo>
                    <a:pt x="36025" y="397044"/>
                  </a:lnTo>
                  <a:lnTo>
                    <a:pt x="16508" y="355937"/>
                  </a:lnTo>
                  <a:lnTo>
                    <a:pt x="4251" y="311296"/>
                  </a:lnTo>
                  <a:lnTo>
                    <a:pt x="0" y="263866"/>
                  </a:lnTo>
                  <a:close/>
                </a:path>
              </a:pathLst>
            </a:custGeom>
            <a:ln w="4188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28134" y="3562893"/>
              <a:ext cx="528320" cy="528320"/>
            </a:xfrm>
            <a:custGeom>
              <a:avLst/>
              <a:gdLst/>
              <a:ahLst/>
              <a:cxnLst/>
              <a:rect l="l" t="t" r="r" b="b"/>
              <a:pathLst>
                <a:path w="528320" h="528320">
                  <a:moveTo>
                    <a:pt x="0" y="263866"/>
                  </a:moveTo>
                  <a:lnTo>
                    <a:pt x="4251" y="216436"/>
                  </a:lnTo>
                  <a:lnTo>
                    <a:pt x="16508" y="171794"/>
                  </a:lnTo>
                  <a:lnTo>
                    <a:pt x="36025" y="130687"/>
                  </a:lnTo>
                  <a:lnTo>
                    <a:pt x="62058" y="93860"/>
                  </a:lnTo>
                  <a:lnTo>
                    <a:pt x="93860" y="62058"/>
                  </a:lnTo>
                  <a:lnTo>
                    <a:pt x="130687" y="36025"/>
                  </a:lnTo>
                  <a:lnTo>
                    <a:pt x="171794" y="16508"/>
                  </a:lnTo>
                  <a:lnTo>
                    <a:pt x="216436" y="4251"/>
                  </a:lnTo>
                  <a:lnTo>
                    <a:pt x="263866" y="0"/>
                  </a:lnTo>
                  <a:lnTo>
                    <a:pt x="311296" y="4251"/>
                  </a:lnTo>
                  <a:lnTo>
                    <a:pt x="355937" y="16508"/>
                  </a:lnTo>
                  <a:lnTo>
                    <a:pt x="397044" y="36025"/>
                  </a:lnTo>
                  <a:lnTo>
                    <a:pt x="433872" y="62058"/>
                  </a:lnTo>
                  <a:lnTo>
                    <a:pt x="465674" y="93860"/>
                  </a:lnTo>
                  <a:lnTo>
                    <a:pt x="491707" y="130687"/>
                  </a:lnTo>
                  <a:lnTo>
                    <a:pt x="511224" y="171794"/>
                  </a:lnTo>
                  <a:lnTo>
                    <a:pt x="523481" y="216436"/>
                  </a:lnTo>
                  <a:lnTo>
                    <a:pt x="527732" y="263866"/>
                  </a:lnTo>
                  <a:lnTo>
                    <a:pt x="523481" y="311296"/>
                  </a:lnTo>
                  <a:lnTo>
                    <a:pt x="511224" y="355937"/>
                  </a:lnTo>
                  <a:lnTo>
                    <a:pt x="491707" y="397044"/>
                  </a:lnTo>
                  <a:lnTo>
                    <a:pt x="465674" y="433872"/>
                  </a:lnTo>
                  <a:lnTo>
                    <a:pt x="433872" y="465674"/>
                  </a:lnTo>
                  <a:lnTo>
                    <a:pt x="397044" y="491707"/>
                  </a:lnTo>
                  <a:lnTo>
                    <a:pt x="355937" y="511224"/>
                  </a:lnTo>
                  <a:lnTo>
                    <a:pt x="311296" y="523481"/>
                  </a:lnTo>
                  <a:lnTo>
                    <a:pt x="263866" y="527732"/>
                  </a:lnTo>
                  <a:lnTo>
                    <a:pt x="216436" y="523481"/>
                  </a:lnTo>
                  <a:lnTo>
                    <a:pt x="171794" y="511224"/>
                  </a:lnTo>
                  <a:lnTo>
                    <a:pt x="130687" y="491707"/>
                  </a:lnTo>
                  <a:lnTo>
                    <a:pt x="93860" y="465674"/>
                  </a:lnTo>
                  <a:lnTo>
                    <a:pt x="62058" y="433872"/>
                  </a:lnTo>
                  <a:lnTo>
                    <a:pt x="36025" y="397044"/>
                  </a:lnTo>
                  <a:lnTo>
                    <a:pt x="16508" y="355937"/>
                  </a:lnTo>
                  <a:lnTo>
                    <a:pt x="4251" y="311296"/>
                  </a:lnTo>
                  <a:lnTo>
                    <a:pt x="0" y="263866"/>
                  </a:lnTo>
                  <a:close/>
                </a:path>
              </a:pathLst>
            </a:custGeom>
            <a:ln w="4188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601399" y="3660621"/>
              <a:ext cx="528320" cy="528320"/>
            </a:xfrm>
            <a:custGeom>
              <a:avLst/>
              <a:gdLst/>
              <a:ahLst/>
              <a:cxnLst/>
              <a:rect l="l" t="t" r="r" b="b"/>
              <a:pathLst>
                <a:path w="528319" h="528320">
                  <a:moveTo>
                    <a:pt x="0" y="263866"/>
                  </a:moveTo>
                  <a:lnTo>
                    <a:pt x="4251" y="216436"/>
                  </a:lnTo>
                  <a:lnTo>
                    <a:pt x="16508" y="171794"/>
                  </a:lnTo>
                  <a:lnTo>
                    <a:pt x="36025" y="130687"/>
                  </a:lnTo>
                  <a:lnTo>
                    <a:pt x="62058" y="93860"/>
                  </a:lnTo>
                  <a:lnTo>
                    <a:pt x="93860" y="62058"/>
                  </a:lnTo>
                  <a:lnTo>
                    <a:pt x="130687" y="36025"/>
                  </a:lnTo>
                  <a:lnTo>
                    <a:pt x="171794" y="16508"/>
                  </a:lnTo>
                  <a:lnTo>
                    <a:pt x="216436" y="4251"/>
                  </a:lnTo>
                  <a:lnTo>
                    <a:pt x="263866" y="0"/>
                  </a:lnTo>
                  <a:lnTo>
                    <a:pt x="311296" y="4251"/>
                  </a:lnTo>
                  <a:lnTo>
                    <a:pt x="355937" y="16508"/>
                  </a:lnTo>
                  <a:lnTo>
                    <a:pt x="397044" y="36025"/>
                  </a:lnTo>
                  <a:lnTo>
                    <a:pt x="433872" y="62058"/>
                  </a:lnTo>
                  <a:lnTo>
                    <a:pt x="465674" y="93860"/>
                  </a:lnTo>
                  <a:lnTo>
                    <a:pt x="491707" y="130687"/>
                  </a:lnTo>
                  <a:lnTo>
                    <a:pt x="511224" y="171794"/>
                  </a:lnTo>
                  <a:lnTo>
                    <a:pt x="523481" y="216436"/>
                  </a:lnTo>
                  <a:lnTo>
                    <a:pt x="527732" y="263866"/>
                  </a:lnTo>
                  <a:lnTo>
                    <a:pt x="523481" y="311296"/>
                  </a:lnTo>
                  <a:lnTo>
                    <a:pt x="511224" y="355937"/>
                  </a:lnTo>
                  <a:lnTo>
                    <a:pt x="491707" y="397044"/>
                  </a:lnTo>
                  <a:lnTo>
                    <a:pt x="465674" y="433872"/>
                  </a:lnTo>
                  <a:lnTo>
                    <a:pt x="433872" y="465674"/>
                  </a:lnTo>
                  <a:lnTo>
                    <a:pt x="397044" y="491707"/>
                  </a:lnTo>
                  <a:lnTo>
                    <a:pt x="355937" y="511224"/>
                  </a:lnTo>
                  <a:lnTo>
                    <a:pt x="311296" y="523481"/>
                  </a:lnTo>
                  <a:lnTo>
                    <a:pt x="263866" y="527732"/>
                  </a:lnTo>
                  <a:lnTo>
                    <a:pt x="216436" y="523481"/>
                  </a:lnTo>
                  <a:lnTo>
                    <a:pt x="171794" y="511224"/>
                  </a:lnTo>
                  <a:lnTo>
                    <a:pt x="130687" y="491707"/>
                  </a:lnTo>
                  <a:lnTo>
                    <a:pt x="93860" y="465674"/>
                  </a:lnTo>
                  <a:lnTo>
                    <a:pt x="62058" y="433872"/>
                  </a:lnTo>
                  <a:lnTo>
                    <a:pt x="36025" y="397044"/>
                  </a:lnTo>
                  <a:lnTo>
                    <a:pt x="16508" y="355937"/>
                  </a:lnTo>
                  <a:lnTo>
                    <a:pt x="4251" y="311296"/>
                  </a:lnTo>
                  <a:lnTo>
                    <a:pt x="0" y="263866"/>
                  </a:lnTo>
                  <a:close/>
                </a:path>
              </a:pathLst>
            </a:custGeom>
            <a:ln w="4188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563073" y="3562893"/>
              <a:ext cx="528320" cy="528320"/>
            </a:xfrm>
            <a:custGeom>
              <a:avLst/>
              <a:gdLst/>
              <a:ahLst/>
              <a:cxnLst/>
              <a:rect l="l" t="t" r="r" b="b"/>
              <a:pathLst>
                <a:path w="528319" h="528320">
                  <a:moveTo>
                    <a:pt x="0" y="263866"/>
                  </a:moveTo>
                  <a:lnTo>
                    <a:pt x="4251" y="216436"/>
                  </a:lnTo>
                  <a:lnTo>
                    <a:pt x="16508" y="171794"/>
                  </a:lnTo>
                  <a:lnTo>
                    <a:pt x="36025" y="130687"/>
                  </a:lnTo>
                  <a:lnTo>
                    <a:pt x="62058" y="93860"/>
                  </a:lnTo>
                  <a:lnTo>
                    <a:pt x="93860" y="62058"/>
                  </a:lnTo>
                  <a:lnTo>
                    <a:pt x="130687" y="36025"/>
                  </a:lnTo>
                  <a:lnTo>
                    <a:pt x="171794" y="16508"/>
                  </a:lnTo>
                  <a:lnTo>
                    <a:pt x="216436" y="4251"/>
                  </a:lnTo>
                  <a:lnTo>
                    <a:pt x="263866" y="0"/>
                  </a:lnTo>
                  <a:lnTo>
                    <a:pt x="311296" y="4251"/>
                  </a:lnTo>
                  <a:lnTo>
                    <a:pt x="355937" y="16508"/>
                  </a:lnTo>
                  <a:lnTo>
                    <a:pt x="397044" y="36025"/>
                  </a:lnTo>
                  <a:lnTo>
                    <a:pt x="433872" y="62058"/>
                  </a:lnTo>
                  <a:lnTo>
                    <a:pt x="465674" y="93860"/>
                  </a:lnTo>
                  <a:lnTo>
                    <a:pt x="491707" y="130687"/>
                  </a:lnTo>
                  <a:lnTo>
                    <a:pt x="511224" y="171794"/>
                  </a:lnTo>
                  <a:lnTo>
                    <a:pt x="523481" y="216436"/>
                  </a:lnTo>
                  <a:lnTo>
                    <a:pt x="527732" y="263866"/>
                  </a:lnTo>
                  <a:lnTo>
                    <a:pt x="523481" y="311296"/>
                  </a:lnTo>
                  <a:lnTo>
                    <a:pt x="511224" y="355937"/>
                  </a:lnTo>
                  <a:lnTo>
                    <a:pt x="491707" y="397044"/>
                  </a:lnTo>
                  <a:lnTo>
                    <a:pt x="465674" y="433872"/>
                  </a:lnTo>
                  <a:lnTo>
                    <a:pt x="433872" y="465674"/>
                  </a:lnTo>
                  <a:lnTo>
                    <a:pt x="397044" y="491707"/>
                  </a:lnTo>
                  <a:lnTo>
                    <a:pt x="355937" y="511224"/>
                  </a:lnTo>
                  <a:lnTo>
                    <a:pt x="311296" y="523481"/>
                  </a:lnTo>
                  <a:lnTo>
                    <a:pt x="263866" y="527732"/>
                  </a:lnTo>
                  <a:lnTo>
                    <a:pt x="216436" y="523481"/>
                  </a:lnTo>
                  <a:lnTo>
                    <a:pt x="171794" y="511224"/>
                  </a:lnTo>
                  <a:lnTo>
                    <a:pt x="130687" y="491707"/>
                  </a:lnTo>
                  <a:lnTo>
                    <a:pt x="93860" y="465674"/>
                  </a:lnTo>
                  <a:lnTo>
                    <a:pt x="62058" y="433872"/>
                  </a:lnTo>
                  <a:lnTo>
                    <a:pt x="36025" y="397044"/>
                  </a:lnTo>
                  <a:lnTo>
                    <a:pt x="16508" y="355937"/>
                  </a:lnTo>
                  <a:lnTo>
                    <a:pt x="4251" y="311296"/>
                  </a:lnTo>
                  <a:lnTo>
                    <a:pt x="0" y="263866"/>
                  </a:lnTo>
                  <a:close/>
                </a:path>
              </a:pathLst>
            </a:custGeom>
            <a:ln w="4188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930611" y="8282754"/>
            <a:ext cx="4193540" cy="1302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64565">
              <a:lnSpc>
                <a:spcPct val="106000"/>
              </a:lnSpc>
              <a:spcBef>
                <a:spcPts val="100"/>
              </a:spcBef>
            </a:pPr>
            <a:r>
              <a:rPr sz="3950" b="1" dirty="0">
                <a:latin typeface="Arial"/>
                <a:cs typeface="Arial"/>
              </a:rPr>
              <a:t>Subject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60" dirty="0">
                <a:latin typeface="Arial"/>
                <a:cs typeface="Arial"/>
              </a:rPr>
              <a:t>7 </a:t>
            </a:r>
            <a:r>
              <a:rPr sz="3950" b="1" dirty="0">
                <a:latin typeface="Arial"/>
                <a:cs typeface="Arial"/>
              </a:rPr>
              <a:t>Reading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10" dirty="0">
                <a:latin typeface="Arial"/>
                <a:cs typeface="Arial"/>
              </a:rPr>
              <a:t>Modality</a:t>
            </a:r>
            <a:endParaRPr sz="3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854374" y="8282754"/>
            <a:ext cx="4445000" cy="1302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90295">
              <a:lnSpc>
                <a:spcPct val="106000"/>
              </a:lnSpc>
              <a:spcBef>
                <a:spcPts val="100"/>
              </a:spcBef>
            </a:pPr>
            <a:r>
              <a:rPr sz="3950" b="1" dirty="0">
                <a:latin typeface="Arial"/>
                <a:cs typeface="Arial"/>
              </a:rPr>
              <a:t>Subject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50" dirty="0">
                <a:latin typeface="Arial"/>
                <a:cs typeface="Arial"/>
              </a:rPr>
              <a:t>7 </a:t>
            </a:r>
            <a:r>
              <a:rPr sz="3950" b="1" dirty="0">
                <a:latin typeface="Arial"/>
                <a:cs typeface="Arial"/>
              </a:rPr>
              <a:t>Listening </a:t>
            </a:r>
            <a:r>
              <a:rPr sz="3950" b="1" spc="-10" dirty="0">
                <a:latin typeface="Arial"/>
                <a:cs typeface="Arial"/>
              </a:rPr>
              <a:t>Modality</a:t>
            </a:r>
            <a:endParaRPr sz="395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80793" y="7482236"/>
            <a:ext cx="5340147" cy="696313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4397" y="2507520"/>
            <a:ext cx="19675475" cy="6666230"/>
            <a:chOff x="314397" y="2507520"/>
            <a:chExt cx="19675475" cy="66662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64613" y="2550519"/>
              <a:ext cx="9824939" cy="4793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397" y="2550519"/>
              <a:ext cx="9824939" cy="479310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321581" y="2507532"/>
              <a:ext cx="11660505" cy="998219"/>
            </a:xfrm>
            <a:custGeom>
              <a:avLst/>
              <a:gdLst/>
              <a:ahLst/>
              <a:cxnLst/>
              <a:rect l="l" t="t" r="r" b="b"/>
              <a:pathLst>
                <a:path w="11660505" h="998220">
                  <a:moveTo>
                    <a:pt x="1394726" y="0"/>
                  </a:moveTo>
                  <a:lnTo>
                    <a:pt x="0" y="0"/>
                  </a:lnTo>
                  <a:lnTo>
                    <a:pt x="0" y="998131"/>
                  </a:lnTo>
                  <a:lnTo>
                    <a:pt x="1394726" y="998131"/>
                  </a:lnTo>
                  <a:lnTo>
                    <a:pt x="1394726" y="0"/>
                  </a:lnTo>
                  <a:close/>
                </a:path>
                <a:path w="11660505" h="998220">
                  <a:moveTo>
                    <a:pt x="11659984" y="0"/>
                  </a:moveTo>
                  <a:lnTo>
                    <a:pt x="10265258" y="0"/>
                  </a:lnTo>
                  <a:lnTo>
                    <a:pt x="10265258" y="998131"/>
                  </a:lnTo>
                  <a:lnTo>
                    <a:pt x="11659984" y="998131"/>
                  </a:lnTo>
                  <a:lnTo>
                    <a:pt x="116599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13676" y="7076707"/>
              <a:ext cx="2273074" cy="2096625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41586" y="364251"/>
            <a:ext cx="14053864" cy="138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NOUNS AND VERBS SHOW DISTINCT PATTERNS OF SENSITIVITY ACROSS THE BRAIN</a:t>
            </a:r>
            <a:endParaRPr lang="en-US" spc="-10" dirty="0"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30611" y="8282754"/>
            <a:ext cx="4193540" cy="1302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64565">
              <a:lnSpc>
                <a:spcPct val="106000"/>
              </a:lnSpc>
              <a:spcBef>
                <a:spcPts val="100"/>
              </a:spcBef>
            </a:pPr>
            <a:r>
              <a:rPr sz="3950" b="1" dirty="0">
                <a:latin typeface="Arial"/>
                <a:cs typeface="Arial"/>
              </a:rPr>
              <a:t>Subject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60" dirty="0">
                <a:latin typeface="Arial"/>
                <a:cs typeface="Arial"/>
              </a:rPr>
              <a:t>7 </a:t>
            </a:r>
            <a:r>
              <a:rPr sz="3950" b="1" dirty="0">
                <a:latin typeface="Arial"/>
                <a:cs typeface="Arial"/>
              </a:rPr>
              <a:t>Reading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10" dirty="0">
                <a:latin typeface="Arial"/>
                <a:cs typeface="Arial"/>
              </a:rPr>
              <a:t>Modality</a:t>
            </a:r>
            <a:endParaRPr sz="395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12854374" y="8282754"/>
            <a:ext cx="4445000" cy="1302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90295">
              <a:lnSpc>
                <a:spcPct val="106000"/>
              </a:lnSpc>
              <a:spcBef>
                <a:spcPts val="100"/>
              </a:spcBef>
            </a:pPr>
            <a:r>
              <a:rPr sz="3950" b="1" dirty="0">
                <a:latin typeface="Arial"/>
                <a:cs typeface="Arial"/>
              </a:rPr>
              <a:t>Subject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50" dirty="0">
                <a:latin typeface="Arial"/>
                <a:cs typeface="Arial"/>
              </a:rPr>
              <a:t>7 </a:t>
            </a:r>
            <a:r>
              <a:rPr sz="3950" b="1" dirty="0">
                <a:latin typeface="Arial"/>
                <a:cs typeface="Arial"/>
              </a:rPr>
              <a:t>Listening </a:t>
            </a:r>
            <a:r>
              <a:rPr sz="3950" b="1" spc="-10" dirty="0">
                <a:latin typeface="Arial"/>
                <a:cs typeface="Arial"/>
              </a:rPr>
              <a:t>Modality</a:t>
            </a:r>
            <a:endParaRPr sz="3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dirty="0"/>
              <a:t>NOUN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VERB</a:t>
            </a:r>
            <a:r>
              <a:rPr spc="-10" dirty="0"/>
              <a:t> </a:t>
            </a:r>
            <a:r>
              <a:rPr dirty="0"/>
              <a:t>SENSITIVITY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READING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3507263" y="6463079"/>
            <a:ext cx="6555105" cy="2992120"/>
            <a:chOff x="13507263" y="6463079"/>
            <a:chExt cx="6555105" cy="29921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07263" y="6690114"/>
              <a:ext cx="6554605" cy="276446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385997" y="6463086"/>
              <a:ext cx="795020" cy="527685"/>
            </a:xfrm>
            <a:custGeom>
              <a:avLst/>
              <a:gdLst/>
              <a:ahLst/>
              <a:cxnLst/>
              <a:rect l="l" t="t" r="r" b="b"/>
              <a:pathLst>
                <a:path w="795019" h="527684">
                  <a:moveTo>
                    <a:pt x="358660" y="377786"/>
                  </a:moveTo>
                  <a:lnTo>
                    <a:pt x="349313" y="322186"/>
                  </a:lnTo>
                  <a:lnTo>
                    <a:pt x="321602" y="278625"/>
                  </a:lnTo>
                  <a:lnTo>
                    <a:pt x="274942" y="247294"/>
                  </a:lnTo>
                  <a:lnTo>
                    <a:pt x="208343" y="226949"/>
                  </a:lnTo>
                  <a:lnTo>
                    <a:pt x="166395" y="218567"/>
                  </a:lnTo>
                  <a:lnTo>
                    <a:pt x="140322" y="212928"/>
                  </a:lnTo>
                  <a:lnTo>
                    <a:pt x="101803" y="199034"/>
                  </a:lnTo>
                  <a:lnTo>
                    <a:pt x="74104" y="169341"/>
                  </a:lnTo>
                  <a:lnTo>
                    <a:pt x="69215" y="139661"/>
                  </a:lnTo>
                  <a:lnTo>
                    <a:pt x="71056" y="120815"/>
                  </a:lnTo>
                  <a:lnTo>
                    <a:pt x="99275" y="77508"/>
                  </a:lnTo>
                  <a:lnTo>
                    <a:pt x="136423" y="61455"/>
                  </a:lnTo>
                  <a:lnTo>
                    <a:pt x="186677" y="55867"/>
                  </a:lnTo>
                  <a:lnTo>
                    <a:pt x="202666" y="56502"/>
                  </a:lnTo>
                  <a:lnTo>
                    <a:pt x="253796" y="64935"/>
                  </a:lnTo>
                  <a:lnTo>
                    <a:pt x="308356" y="84086"/>
                  </a:lnTo>
                  <a:lnTo>
                    <a:pt x="327901" y="92875"/>
                  </a:lnTo>
                  <a:lnTo>
                    <a:pt x="327901" y="25831"/>
                  </a:lnTo>
                  <a:lnTo>
                    <a:pt x="289001" y="14490"/>
                  </a:lnTo>
                  <a:lnTo>
                    <a:pt x="251688" y="6286"/>
                  </a:lnTo>
                  <a:lnTo>
                    <a:pt x="196824" y="393"/>
                  </a:lnTo>
                  <a:lnTo>
                    <a:pt x="178981" y="0"/>
                  </a:lnTo>
                  <a:lnTo>
                    <a:pt x="139268" y="2476"/>
                  </a:lnTo>
                  <a:lnTo>
                    <a:pt x="73482" y="22098"/>
                  </a:lnTo>
                  <a:lnTo>
                    <a:pt x="26543" y="60299"/>
                  </a:lnTo>
                  <a:lnTo>
                    <a:pt x="2908" y="113436"/>
                  </a:lnTo>
                  <a:lnTo>
                    <a:pt x="0" y="145249"/>
                  </a:lnTo>
                  <a:lnTo>
                    <a:pt x="2108" y="172885"/>
                  </a:lnTo>
                  <a:lnTo>
                    <a:pt x="19164" y="218211"/>
                  </a:lnTo>
                  <a:lnTo>
                    <a:pt x="54190" y="251612"/>
                  </a:lnTo>
                  <a:lnTo>
                    <a:pt x="110058" y="275704"/>
                  </a:lnTo>
                  <a:lnTo>
                    <a:pt x="188074" y="292595"/>
                  </a:lnTo>
                  <a:lnTo>
                    <a:pt x="212458" y="298488"/>
                  </a:lnTo>
                  <a:lnTo>
                    <a:pt x="250202" y="314198"/>
                  </a:lnTo>
                  <a:lnTo>
                    <a:pt x="280885" y="349161"/>
                  </a:lnTo>
                  <a:lnTo>
                    <a:pt x="286651" y="382676"/>
                  </a:lnTo>
                  <a:lnTo>
                    <a:pt x="284581" y="403250"/>
                  </a:lnTo>
                  <a:lnTo>
                    <a:pt x="254482" y="449008"/>
                  </a:lnTo>
                  <a:lnTo>
                    <a:pt x="215595" y="466293"/>
                  </a:lnTo>
                  <a:lnTo>
                    <a:pt x="163601" y="472059"/>
                  </a:lnTo>
                  <a:lnTo>
                    <a:pt x="143675" y="471385"/>
                  </a:lnTo>
                  <a:lnTo>
                    <a:pt x="103822" y="465582"/>
                  </a:lnTo>
                  <a:lnTo>
                    <a:pt x="63842" y="453644"/>
                  </a:lnTo>
                  <a:lnTo>
                    <a:pt x="22936" y="435838"/>
                  </a:lnTo>
                  <a:lnTo>
                    <a:pt x="2095" y="424573"/>
                  </a:lnTo>
                  <a:lnTo>
                    <a:pt x="2095" y="495795"/>
                  </a:lnTo>
                  <a:lnTo>
                    <a:pt x="44564" y="510032"/>
                  </a:lnTo>
                  <a:lnTo>
                    <a:pt x="85991" y="519544"/>
                  </a:lnTo>
                  <a:lnTo>
                    <a:pt x="125844" y="525221"/>
                  </a:lnTo>
                  <a:lnTo>
                    <a:pt x="163601" y="527227"/>
                  </a:lnTo>
                  <a:lnTo>
                    <a:pt x="208445" y="524865"/>
                  </a:lnTo>
                  <a:lnTo>
                    <a:pt x="247586" y="517804"/>
                  </a:lnTo>
                  <a:lnTo>
                    <a:pt x="309029" y="489521"/>
                  </a:lnTo>
                  <a:lnTo>
                    <a:pt x="346163" y="442810"/>
                  </a:lnTo>
                  <a:lnTo>
                    <a:pt x="355523" y="412623"/>
                  </a:lnTo>
                  <a:lnTo>
                    <a:pt x="358660" y="377786"/>
                  </a:lnTo>
                  <a:close/>
                </a:path>
                <a:path w="795019" h="527684">
                  <a:moveTo>
                    <a:pt x="794943" y="374992"/>
                  </a:moveTo>
                  <a:lnTo>
                    <a:pt x="793242" y="353250"/>
                  </a:lnTo>
                  <a:lnTo>
                    <a:pt x="793127" y="351713"/>
                  </a:lnTo>
                  <a:lnTo>
                    <a:pt x="787768" y="330123"/>
                  </a:lnTo>
                  <a:lnTo>
                    <a:pt x="766978" y="292595"/>
                  </a:lnTo>
                  <a:lnTo>
                    <a:pt x="733412" y="264401"/>
                  </a:lnTo>
                  <a:lnTo>
                    <a:pt x="725716" y="260692"/>
                  </a:lnTo>
                  <a:lnTo>
                    <a:pt x="725716" y="374992"/>
                  </a:lnTo>
                  <a:lnTo>
                    <a:pt x="723861" y="396849"/>
                  </a:lnTo>
                  <a:lnTo>
                    <a:pt x="709498" y="432638"/>
                  </a:lnTo>
                  <a:lnTo>
                    <a:pt x="681596" y="458724"/>
                  </a:lnTo>
                  <a:lnTo>
                    <a:pt x="663397" y="467080"/>
                  </a:lnTo>
                  <a:lnTo>
                    <a:pt x="663219" y="467080"/>
                  </a:lnTo>
                  <a:lnTo>
                    <a:pt x="642924" y="471868"/>
                  </a:lnTo>
                  <a:lnTo>
                    <a:pt x="620153" y="473456"/>
                  </a:lnTo>
                  <a:lnTo>
                    <a:pt x="596811" y="471868"/>
                  </a:lnTo>
                  <a:lnTo>
                    <a:pt x="576097" y="467080"/>
                  </a:lnTo>
                  <a:lnTo>
                    <a:pt x="542544" y="447624"/>
                  </a:lnTo>
                  <a:lnTo>
                    <a:pt x="516280" y="396849"/>
                  </a:lnTo>
                  <a:lnTo>
                    <a:pt x="514565" y="374992"/>
                  </a:lnTo>
                  <a:lnTo>
                    <a:pt x="516280" y="353250"/>
                  </a:lnTo>
                  <a:lnTo>
                    <a:pt x="530199" y="317347"/>
                  </a:lnTo>
                  <a:lnTo>
                    <a:pt x="576097" y="283248"/>
                  </a:lnTo>
                  <a:lnTo>
                    <a:pt x="620153" y="276529"/>
                  </a:lnTo>
                  <a:lnTo>
                    <a:pt x="643483" y="278218"/>
                  </a:lnTo>
                  <a:lnTo>
                    <a:pt x="682294" y="291553"/>
                  </a:lnTo>
                  <a:lnTo>
                    <a:pt x="718553" y="334060"/>
                  </a:lnTo>
                  <a:lnTo>
                    <a:pt x="725716" y="374992"/>
                  </a:lnTo>
                  <a:lnTo>
                    <a:pt x="725716" y="260692"/>
                  </a:lnTo>
                  <a:lnTo>
                    <a:pt x="712698" y="254393"/>
                  </a:lnTo>
                  <a:lnTo>
                    <a:pt x="689356" y="247205"/>
                  </a:lnTo>
                  <a:lnTo>
                    <a:pt x="710095" y="240665"/>
                  </a:lnTo>
                  <a:lnTo>
                    <a:pt x="744220" y="220002"/>
                  </a:lnTo>
                  <a:lnTo>
                    <a:pt x="768896" y="190017"/>
                  </a:lnTo>
                  <a:lnTo>
                    <a:pt x="781481" y="153073"/>
                  </a:lnTo>
                  <a:lnTo>
                    <a:pt x="783056" y="131978"/>
                  </a:lnTo>
                  <a:lnTo>
                    <a:pt x="780313" y="103174"/>
                  </a:lnTo>
                  <a:lnTo>
                    <a:pt x="772134" y="77508"/>
                  </a:lnTo>
                  <a:lnTo>
                    <a:pt x="758571" y="54991"/>
                  </a:lnTo>
                  <a:lnTo>
                    <a:pt x="758063" y="54470"/>
                  </a:lnTo>
                  <a:lnTo>
                    <a:pt x="739711" y="35610"/>
                  </a:lnTo>
                  <a:lnTo>
                    <a:pt x="715721" y="20027"/>
                  </a:lnTo>
                  <a:lnTo>
                    <a:pt x="714540" y="19558"/>
                  </a:lnTo>
                  <a:lnTo>
                    <a:pt x="714540" y="138264"/>
                  </a:lnTo>
                  <a:lnTo>
                    <a:pt x="712965" y="157111"/>
                  </a:lnTo>
                  <a:lnTo>
                    <a:pt x="689356" y="200418"/>
                  </a:lnTo>
                  <a:lnTo>
                    <a:pt x="640994" y="220738"/>
                  </a:lnTo>
                  <a:lnTo>
                    <a:pt x="620153" y="222059"/>
                  </a:lnTo>
                  <a:lnTo>
                    <a:pt x="598906" y="220738"/>
                  </a:lnTo>
                  <a:lnTo>
                    <a:pt x="550240" y="200418"/>
                  </a:lnTo>
                  <a:lnTo>
                    <a:pt x="527227" y="157111"/>
                  </a:lnTo>
                  <a:lnTo>
                    <a:pt x="525767" y="138264"/>
                  </a:lnTo>
                  <a:lnTo>
                    <a:pt x="527227" y="119532"/>
                  </a:lnTo>
                  <a:lnTo>
                    <a:pt x="550240" y="76809"/>
                  </a:lnTo>
                  <a:lnTo>
                    <a:pt x="598906" y="55892"/>
                  </a:lnTo>
                  <a:lnTo>
                    <a:pt x="620153" y="54470"/>
                  </a:lnTo>
                  <a:lnTo>
                    <a:pt x="640994" y="55892"/>
                  </a:lnTo>
                  <a:lnTo>
                    <a:pt x="689356" y="76809"/>
                  </a:lnTo>
                  <a:lnTo>
                    <a:pt x="712965" y="119532"/>
                  </a:lnTo>
                  <a:lnTo>
                    <a:pt x="714540" y="138264"/>
                  </a:lnTo>
                  <a:lnTo>
                    <a:pt x="714540" y="19558"/>
                  </a:lnTo>
                  <a:lnTo>
                    <a:pt x="687793" y="8902"/>
                  </a:lnTo>
                  <a:lnTo>
                    <a:pt x="655942" y="2222"/>
                  </a:lnTo>
                  <a:lnTo>
                    <a:pt x="620153" y="0"/>
                  </a:lnTo>
                  <a:lnTo>
                    <a:pt x="583971" y="2222"/>
                  </a:lnTo>
                  <a:lnTo>
                    <a:pt x="524192" y="20027"/>
                  </a:lnTo>
                  <a:lnTo>
                    <a:pt x="481431" y="54991"/>
                  </a:lnTo>
                  <a:lnTo>
                    <a:pt x="459892" y="103174"/>
                  </a:lnTo>
                  <a:lnTo>
                    <a:pt x="457238" y="131978"/>
                  </a:lnTo>
                  <a:lnTo>
                    <a:pt x="458711" y="153073"/>
                  </a:lnTo>
                  <a:lnTo>
                    <a:pt x="470814" y="190017"/>
                  </a:lnTo>
                  <a:lnTo>
                    <a:pt x="495477" y="220002"/>
                  </a:lnTo>
                  <a:lnTo>
                    <a:pt x="530085" y="240665"/>
                  </a:lnTo>
                  <a:lnTo>
                    <a:pt x="550938" y="247205"/>
                  </a:lnTo>
                  <a:lnTo>
                    <a:pt x="527202" y="254393"/>
                  </a:lnTo>
                  <a:lnTo>
                    <a:pt x="488403" y="277152"/>
                  </a:lnTo>
                  <a:lnTo>
                    <a:pt x="460997" y="310375"/>
                  </a:lnTo>
                  <a:lnTo>
                    <a:pt x="447078" y="351713"/>
                  </a:lnTo>
                  <a:lnTo>
                    <a:pt x="445363" y="374992"/>
                  </a:lnTo>
                  <a:lnTo>
                    <a:pt x="448119" y="409956"/>
                  </a:lnTo>
                  <a:lnTo>
                    <a:pt x="470433" y="466521"/>
                  </a:lnTo>
                  <a:lnTo>
                    <a:pt x="515137" y="505421"/>
                  </a:lnTo>
                  <a:lnTo>
                    <a:pt x="579869" y="524852"/>
                  </a:lnTo>
                  <a:lnTo>
                    <a:pt x="619442" y="527227"/>
                  </a:lnTo>
                  <a:lnTo>
                    <a:pt x="659041" y="524852"/>
                  </a:lnTo>
                  <a:lnTo>
                    <a:pt x="724065" y="505421"/>
                  </a:lnTo>
                  <a:lnTo>
                    <a:pt x="762927" y="473456"/>
                  </a:lnTo>
                  <a:lnTo>
                    <a:pt x="783488" y="440461"/>
                  </a:lnTo>
                  <a:lnTo>
                    <a:pt x="792060" y="409956"/>
                  </a:lnTo>
                  <a:lnTo>
                    <a:pt x="794943" y="3749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19494" y="6449388"/>
            <a:ext cx="13038455" cy="3413760"/>
            <a:chOff x="419494" y="6449388"/>
            <a:chExt cx="13038455" cy="341376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03067" y="6600825"/>
              <a:ext cx="6554605" cy="29148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781794" y="6460102"/>
              <a:ext cx="798830" cy="523875"/>
            </a:xfrm>
            <a:custGeom>
              <a:avLst/>
              <a:gdLst/>
              <a:ahLst/>
              <a:cxnLst/>
              <a:rect l="l" t="t" r="r" b="b"/>
              <a:pathLst>
                <a:path w="798829" h="523875">
                  <a:moveTo>
                    <a:pt x="358673" y="375183"/>
                  </a:moveTo>
                  <a:lnTo>
                    <a:pt x="349313" y="319963"/>
                  </a:lnTo>
                  <a:lnTo>
                    <a:pt x="321614" y="276707"/>
                  </a:lnTo>
                  <a:lnTo>
                    <a:pt x="274942" y="245579"/>
                  </a:lnTo>
                  <a:lnTo>
                    <a:pt x="208356" y="225386"/>
                  </a:lnTo>
                  <a:lnTo>
                    <a:pt x="166395" y="217068"/>
                  </a:lnTo>
                  <a:lnTo>
                    <a:pt x="140322" y="211467"/>
                  </a:lnTo>
                  <a:lnTo>
                    <a:pt x="101803" y="197662"/>
                  </a:lnTo>
                  <a:lnTo>
                    <a:pt x="74117" y="168173"/>
                  </a:lnTo>
                  <a:lnTo>
                    <a:pt x="69215" y="138696"/>
                  </a:lnTo>
                  <a:lnTo>
                    <a:pt x="71069" y="119989"/>
                  </a:lnTo>
                  <a:lnTo>
                    <a:pt x="99288" y="76974"/>
                  </a:lnTo>
                  <a:lnTo>
                    <a:pt x="136423" y="61036"/>
                  </a:lnTo>
                  <a:lnTo>
                    <a:pt x="186677" y="55486"/>
                  </a:lnTo>
                  <a:lnTo>
                    <a:pt x="202666" y="56108"/>
                  </a:lnTo>
                  <a:lnTo>
                    <a:pt x="253796" y="64503"/>
                  </a:lnTo>
                  <a:lnTo>
                    <a:pt x="308368" y="83515"/>
                  </a:lnTo>
                  <a:lnTo>
                    <a:pt x="327914" y="92240"/>
                  </a:lnTo>
                  <a:lnTo>
                    <a:pt x="327914" y="25666"/>
                  </a:lnTo>
                  <a:lnTo>
                    <a:pt x="289013" y="14389"/>
                  </a:lnTo>
                  <a:lnTo>
                    <a:pt x="251701" y="6248"/>
                  </a:lnTo>
                  <a:lnTo>
                    <a:pt x="196837" y="393"/>
                  </a:lnTo>
                  <a:lnTo>
                    <a:pt x="178981" y="0"/>
                  </a:lnTo>
                  <a:lnTo>
                    <a:pt x="139280" y="2463"/>
                  </a:lnTo>
                  <a:lnTo>
                    <a:pt x="73494" y="21945"/>
                  </a:lnTo>
                  <a:lnTo>
                    <a:pt x="26543" y="59893"/>
                  </a:lnTo>
                  <a:lnTo>
                    <a:pt x="2908" y="112661"/>
                  </a:lnTo>
                  <a:lnTo>
                    <a:pt x="0" y="144246"/>
                  </a:lnTo>
                  <a:lnTo>
                    <a:pt x="2108" y="171691"/>
                  </a:lnTo>
                  <a:lnTo>
                    <a:pt x="19177" y="216712"/>
                  </a:lnTo>
                  <a:lnTo>
                    <a:pt x="54203" y="249872"/>
                  </a:lnTo>
                  <a:lnTo>
                    <a:pt x="110070" y="273799"/>
                  </a:lnTo>
                  <a:lnTo>
                    <a:pt x="188074" y="290576"/>
                  </a:lnTo>
                  <a:lnTo>
                    <a:pt x="212458" y="296430"/>
                  </a:lnTo>
                  <a:lnTo>
                    <a:pt x="250215" y="312026"/>
                  </a:lnTo>
                  <a:lnTo>
                    <a:pt x="280885" y="346748"/>
                  </a:lnTo>
                  <a:lnTo>
                    <a:pt x="286651" y="380034"/>
                  </a:lnTo>
                  <a:lnTo>
                    <a:pt x="284581" y="400469"/>
                  </a:lnTo>
                  <a:lnTo>
                    <a:pt x="254495" y="445922"/>
                  </a:lnTo>
                  <a:lnTo>
                    <a:pt x="215607" y="463080"/>
                  </a:lnTo>
                  <a:lnTo>
                    <a:pt x="163601" y="468807"/>
                  </a:lnTo>
                  <a:lnTo>
                    <a:pt x="143675" y="468134"/>
                  </a:lnTo>
                  <a:lnTo>
                    <a:pt x="103822" y="462368"/>
                  </a:lnTo>
                  <a:lnTo>
                    <a:pt x="63842" y="450519"/>
                  </a:lnTo>
                  <a:lnTo>
                    <a:pt x="22948" y="432828"/>
                  </a:lnTo>
                  <a:lnTo>
                    <a:pt x="2095" y="421652"/>
                  </a:lnTo>
                  <a:lnTo>
                    <a:pt x="2095" y="492379"/>
                  </a:lnTo>
                  <a:lnTo>
                    <a:pt x="44577" y="506514"/>
                  </a:lnTo>
                  <a:lnTo>
                    <a:pt x="86004" y="515962"/>
                  </a:lnTo>
                  <a:lnTo>
                    <a:pt x="125857" y="521601"/>
                  </a:lnTo>
                  <a:lnTo>
                    <a:pt x="163601" y="523595"/>
                  </a:lnTo>
                  <a:lnTo>
                    <a:pt x="208445" y="521246"/>
                  </a:lnTo>
                  <a:lnTo>
                    <a:pt x="247586" y="514223"/>
                  </a:lnTo>
                  <a:lnTo>
                    <a:pt x="309029" y="486143"/>
                  </a:lnTo>
                  <a:lnTo>
                    <a:pt x="346176" y="439762"/>
                  </a:lnTo>
                  <a:lnTo>
                    <a:pt x="355536" y="409778"/>
                  </a:lnTo>
                  <a:lnTo>
                    <a:pt x="358673" y="375183"/>
                  </a:lnTo>
                  <a:close/>
                </a:path>
                <a:path w="798829" h="523875">
                  <a:moveTo>
                    <a:pt x="798449" y="352298"/>
                  </a:moveTo>
                  <a:lnTo>
                    <a:pt x="795578" y="314744"/>
                  </a:lnTo>
                  <a:lnTo>
                    <a:pt x="787082" y="281216"/>
                  </a:lnTo>
                  <a:lnTo>
                    <a:pt x="773074" y="251853"/>
                  </a:lnTo>
                  <a:lnTo>
                    <a:pt x="759587" y="234403"/>
                  </a:lnTo>
                  <a:lnTo>
                    <a:pt x="753694" y="226771"/>
                  </a:lnTo>
                  <a:lnTo>
                    <a:pt x="729576" y="206641"/>
                  </a:lnTo>
                  <a:lnTo>
                    <a:pt x="729221" y="206463"/>
                  </a:lnTo>
                  <a:lnTo>
                    <a:pt x="729221" y="352298"/>
                  </a:lnTo>
                  <a:lnTo>
                    <a:pt x="727519" y="378421"/>
                  </a:lnTo>
                  <a:lnTo>
                    <a:pt x="713879" y="421830"/>
                  </a:lnTo>
                  <a:lnTo>
                    <a:pt x="687146" y="452640"/>
                  </a:lnTo>
                  <a:lnTo>
                    <a:pt x="650443" y="468236"/>
                  </a:lnTo>
                  <a:lnTo>
                    <a:pt x="628548" y="470192"/>
                  </a:lnTo>
                  <a:lnTo>
                    <a:pt x="606653" y="468236"/>
                  </a:lnTo>
                  <a:lnTo>
                    <a:pt x="569950" y="452640"/>
                  </a:lnTo>
                  <a:lnTo>
                    <a:pt x="543204" y="421830"/>
                  </a:lnTo>
                  <a:lnTo>
                    <a:pt x="529564" y="378421"/>
                  </a:lnTo>
                  <a:lnTo>
                    <a:pt x="527862" y="352298"/>
                  </a:lnTo>
                  <a:lnTo>
                    <a:pt x="529564" y="326567"/>
                  </a:lnTo>
                  <a:lnTo>
                    <a:pt x="543204" y="283451"/>
                  </a:lnTo>
                  <a:lnTo>
                    <a:pt x="569950" y="252539"/>
                  </a:lnTo>
                  <a:lnTo>
                    <a:pt x="606653" y="236461"/>
                  </a:lnTo>
                  <a:lnTo>
                    <a:pt x="628548" y="234403"/>
                  </a:lnTo>
                  <a:lnTo>
                    <a:pt x="650443" y="236461"/>
                  </a:lnTo>
                  <a:lnTo>
                    <a:pt x="687146" y="252539"/>
                  </a:lnTo>
                  <a:lnTo>
                    <a:pt x="713879" y="283451"/>
                  </a:lnTo>
                  <a:lnTo>
                    <a:pt x="727519" y="326567"/>
                  </a:lnTo>
                  <a:lnTo>
                    <a:pt x="729221" y="352298"/>
                  </a:lnTo>
                  <a:lnTo>
                    <a:pt x="729221" y="206463"/>
                  </a:lnTo>
                  <a:lnTo>
                    <a:pt x="701344" y="192100"/>
                  </a:lnTo>
                  <a:lnTo>
                    <a:pt x="669036" y="183273"/>
                  </a:lnTo>
                  <a:lnTo>
                    <a:pt x="632739" y="180314"/>
                  </a:lnTo>
                  <a:lnTo>
                    <a:pt x="614781" y="181343"/>
                  </a:lnTo>
                  <a:lnTo>
                    <a:pt x="565619" y="196265"/>
                  </a:lnTo>
                  <a:lnTo>
                    <a:pt x="525894" y="227571"/>
                  </a:lnTo>
                  <a:lnTo>
                    <a:pt x="515277" y="241338"/>
                  </a:lnTo>
                  <a:lnTo>
                    <a:pt x="519455" y="198323"/>
                  </a:lnTo>
                  <a:lnTo>
                    <a:pt x="527697" y="160896"/>
                  </a:lnTo>
                  <a:lnTo>
                    <a:pt x="555828" y="103327"/>
                  </a:lnTo>
                  <a:lnTo>
                    <a:pt x="599884" y="68999"/>
                  </a:lnTo>
                  <a:lnTo>
                    <a:pt x="660704" y="57569"/>
                  </a:lnTo>
                  <a:lnTo>
                    <a:pt x="673417" y="57950"/>
                  </a:lnTo>
                  <a:lnTo>
                    <a:pt x="713143" y="63804"/>
                  </a:lnTo>
                  <a:lnTo>
                    <a:pt x="752462" y="76682"/>
                  </a:lnTo>
                  <a:lnTo>
                    <a:pt x="765581" y="82524"/>
                  </a:lnTo>
                  <a:lnTo>
                    <a:pt x="765581" y="57569"/>
                  </a:lnTo>
                  <a:lnTo>
                    <a:pt x="765581" y="20116"/>
                  </a:lnTo>
                  <a:lnTo>
                    <a:pt x="751154" y="15290"/>
                  </a:lnTo>
                  <a:lnTo>
                    <a:pt x="710349" y="4851"/>
                  </a:lnTo>
                  <a:lnTo>
                    <a:pt x="670623" y="368"/>
                  </a:lnTo>
                  <a:lnTo>
                    <a:pt x="657910" y="0"/>
                  </a:lnTo>
                  <a:lnTo>
                    <a:pt x="612051" y="4533"/>
                  </a:lnTo>
                  <a:lnTo>
                    <a:pt x="571042" y="18034"/>
                  </a:lnTo>
                  <a:lnTo>
                    <a:pt x="535012" y="40373"/>
                  </a:lnTo>
                  <a:lnTo>
                    <a:pt x="504101" y="71437"/>
                  </a:lnTo>
                  <a:lnTo>
                    <a:pt x="478917" y="109905"/>
                  </a:lnTo>
                  <a:lnTo>
                    <a:pt x="461010" y="154559"/>
                  </a:lnTo>
                  <a:lnTo>
                    <a:pt x="450392" y="204965"/>
                  </a:lnTo>
                  <a:lnTo>
                    <a:pt x="446760" y="262140"/>
                  </a:lnTo>
                  <a:lnTo>
                    <a:pt x="449656" y="322338"/>
                  </a:lnTo>
                  <a:lnTo>
                    <a:pt x="458393" y="374916"/>
                  </a:lnTo>
                  <a:lnTo>
                    <a:pt x="473011" y="419836"/>
                  </a:lnTo>
                  <a:lnTo>
                    <a:pt x="493610" y="457009"/>
                  </a:lnTo>
                  <a:lnTo>
                    <a:pt x="519417" y="486143"/>
                  </a:lnTo>
                  <a:lnTo>
                    <a:pt x="587006" y="519430"/>
                  </a:lnTo>
                  <a:lnTo>
                    <a:pt x="628548" y="523595"/>
                  </a:lnTo>
                  <a:lnTo>
                    <a:pt x="664972" y="520725"/>
                  </a:lnTo>
                  <a:lnTo>
                    <a:pt x="697674" y="512064"/>
                  </a:lnTo>
                  <a:lnTo>
                    <a:pt x="726567" y="497547"/>
                  </a:lnTo>
                  <a:lnTo>
                    <a:pt x="751598" y="477126"/>
                  </a:lnTo>
                  <a:lnTo>
                    <a:pt x="757148" y="470192"/>
                  </a:lnTo>
                  <a:lnTo>
                    <a:pt x="771893" y="451777"/>
                  </a:lnTo>
                  <a:lnTo>
                    <a:pt x="786561" y="422516"/>
                  </a:lnTo>
                  <a:lnTo>
                    <a:pt x="795451" y="389356"/>
                  </a:lnTo>
                  <a:lnTo>
                    <a:pt x="798449" y="3522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9494" y="6449388"/>
              <a:ext cx="6554605" cy="341354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98228" y="6550081"/>
              <a:ext cx="781685" cy="526415"/>
            </a:xfrm>
            <a:custGeom>
              <a:avLst/>
              <a:gdLst/>
              <a:ahLst/>
              <a:cxnLst/>
              <a:rect l="l" t="t" r="r" b="b"/>
              <a:pathLst>
                <a:path w="781685" h="526415">
                  <a:moveTo>
                    <a:pt x="358660" y="377050"/>
                  </a:moveTo>
                  <a:lnTo>
                    <a:pt x="349313" y="321551"/>
                  </a:lnTo>
                  <a:lnTo>
                    <a:pt x="321602" y="278079"/>
                  </a:lnTo>
                  <a:lnTo>
                    <a:pt x="274942" y="246811"/>
                  </a:lnTo>
                  <a:lnTo>
                    <a:pt x="208343" y="226504"/>
                  </a:lnTo>
                  <a:lnTo>
                    <a:pt x="166395" y="218147"/>
                  </a:lnTo>
                  <a:lnTo>
                    <a:pt x="140322" y="212509"/>
                  </a:lnTo>
                  <a:lnTo>
                    <a:pt x="101803" y="198640"/>
                  </a:lnTo>
                  <a:lnTo>
                    <a:pt x="74104" y="169011"/>
                  </a:lnTo>
                  <a:lnTo>
                    <a:pt x="69215" y="139395"/>
                  </a:lnTo>
                  <a:lnTo>
                    <a:pt x="71056" y="120586"/>
                  </a:lnTo>
                  <a:lnTo>
                    <a:pt x="99275" y="77368"/>
                  </a:lnTo>
                  <a:lnTo>
                    <a:pt x="136423" y="61341"/>
                  </a:lnTo>
                  <a:lnTo>
                    <a:pt x="186677" y="55765"/>
                  </a:lnTo>
                  <a:lnTo>
                    <a:pt x="202666" y="56388"/>
                  </a:lnTo>
                  <a:lnTo>
                    <a:pt x="253796" y="64820"/>
                  </a:lnTo>
                  <a:lnTo>
                    <a:pt x="308356" y="83934"/>
                  </a:lnTo>
                  <a:lnTo>
                    <a:pt x="327901" y="92697"/>
                  </a:lnTo>
                  <a:lnTo>
                    <a:pt x="327901" y="25793"/>
                  </a:lnTo>
                  <a:lnTo>
                    <a:pt x="289013" y="14465"/>
                  </a:lnTo>
                  <a:lnTo>
                    <a:pt x="251688" y="6273"/>
                  </a:lnTo>
                  <a:lnTo>
                    <a:pt x="196824" y="393"/>
                  </a:lnTo>
                  <a:lnTo>
                    <a:pt x="178981" y="0"/>
                  </a:lnTo>
                  <a:lnTo>
                    <a:pt x="139268" y="2476"/>
                  </a:lnTo>
                  <a:lnTo>
                    <a:pt x="73482" y="22059"/>
                  </a:lnTo>
                  <a:lnTo>
                    <a:pt x="26543" y="60198"/>
                  </a:lnTo>
                  <a:lnTo>
                    <a:pt x="2908" y="113220"/>
                  </a:lnTo>
                  <a:lnTo>
                    <a:pt x="0" y="144970"/>
                  </a:lnTo>
                  <a:lnTo>
                    <a:pt x="2108" y="172554"/>
                  </a:lnTo>
                  <a:lnTo>
                    <a:pt x="19164" y="217779"/>
                  </a:lnTo>
                  <a:lnTo>
                    <a:pt x="54190" y="251117"/>
                  </a:lnTo>
                  <a:lnTo>
                    <a:pt x="110058" y="275158"/>
                  </a:lnTo>
                  <a:lnTo>
                    <a:pt x="188074" y="292023"/>
                  </a:lnTo>
                  <a:lnTo>
                    <a:pt x="212458" y="297903"/>
                  </a:lnTo>
                  <a:lnTo>
                    <a:pt x="250202" y="313575"/>
                  </a:lnTo>
                  <a:lnTo>
                    <a:pt x="280885" y="348475"/>
                  </a:lnTo>
                  <a:lnTo>
                    <a:pt x="286651" y="381927"/>
                  </a:lnTo>
                  <a:lnTo>
                    <a:pt x="284568" y="402463"/>
                  </a:lnTo>
                  <a:lnTo>
                    <a:pt x="254495" y="448132"/>
                  </a:lnTo>
                  <a:lnTo>
                    <a:pt x="215595" y="465378"/>
                  </a:lnTo>
                  <a:lnTo>
                    <a:pt x="163601" y="471131"/>
                  </a:lnTo>
                  <a:lnTo>
                    <a:pt x="143675" y="470458"/>
                  </a:lnTo>
                  <a:lnTo>
                    <a:pt x="103822" y="464667"/>
                  </a:lnTo>
                  <a:lnTo>
                    <a:pt x="63842" y="452755"/>
                  </a:lnTo>
                  <a:lnTo>
                    <a:pt x="22936" y="434975"/>
                  </a:lnTo>
                  <a:lnTo>
                    <a:pt x="2095" y="423735"/>
                  </a:lnTo>
                  <a:lnTo>
                    <a:pt x="2095" y="494830"/>
                  </a:lnTo>
                  <a:lnTo>
                    <a:pt x="44564" y="509028"/>
                  </a:lnTo>
                  <a:lnTo>
                    <a:pt x="85991" y="518528"/>
                  </a:lnTo>
                  <a:lnTo>
                    <a:pt x="125844" y="524179"/>
                  </a:lnTo>
                  <a:lnTo>
                    <a:pt x="163601" y="526186"/>
                  </a:lnTo>
                  <a:lnTo>
                    <a:pt x="208445" y="523836"/>
                  </a:lnTo>
                  <a:lnTo>
                    <a:pt x="247586" y="516775"/>
                  </a:lnTo>
                  <a:lnTo>
                    <a:pt x="309029" y="488556"/>
                  </a:lnTo>
                  <a:lnTo>
                    <a:pt x="346163" y="441947"/>
                  </a:lnTo>
                  <a:lnTo>
                    <a:pt x="355523" y="411810"/>
                  </a:lnTo>
                  <a:lnTo>
                    <a:pt x="358660" y="377050"/>
                  </a:lnTo>
                  <a:close/>
                </a:path>
                <a:path w="781685" h="526415">
                  <a:moveTo>
                    <a:pt x="781659" y="354050"/>
                  </a:moveTo>
                  <a:lnTo>
                    <a:pt x="769073" y="282867"/>
                  </a:lnTo>
                  <a:lnTo>
                    <a:pt x="731316" y="227901"/>
                  </a:lnTo>
                  <a:lnTo>
                    <a:pt x="672503" y="193052"/>
                  </a:lnTo>
                  <a:lnTo>
                    <a:pt x="596379" y="181203"/>
                  </a:lnTo>
                  <a:lnTo>
                    <a:pt x="588924" y="181444"/>
                  </a:lnTo>
                  <a:lnTo>
                    <a:pt x="543699" y="189191"/>
                  </a:lnTo>
                  <a:lnTo>
                    <a:pt x="536244" y="191655"/>
                  </a:lnTo>
                  <a:lnTo>
                    <a:pt x="536244" y="66916"/>
                  </a:lnTo>
                  <a:lnTo>
                    <a:pt x="743902" y="66916"/>
                  </a:lnTo>
                  <a:lnTo>
                    <a:pt x="743902" y="9067"/>
                  </a:lnTo>
                  <a:lnTo>
                    <a:pt x="473329" y="9067"/>
                  </a:lnTo>
                  <a:lnTo>
                    <a:pt x="473329" y="264147"/>
                  </a:lnTo>
                  <a:lnTo>
                    <a:pt x="487476" y="258267"/>
                  </a:lnTo>
                  <a:lnTo>
                    <a:pt x="501548" y="253161"/>
                  </a:lnTo>
                  <a:lnTo>
                    <a:pt x="543001" y="242582"/>
                  </a:lnTo>
                  <a:lnTo>
                    <a:pt x="584492" y="239052"/>
                  </a:lnTo>
                  <a:lnTo>
                    <a:pt x="612406" y="241007"/>
                  </a:lnTo>
                  <a:lnTo>
                    <a:pt x="659307" y="256692"/>
                  </a:lnTo>
                  <a:lnTo>
                    <a:pt x="692975" y="287401"/>
                  </a:lnTo>
                  <a:lnTo>
                    <a:pt x="710234" y="329222"/>
                  </a:lnTo>
                  <a:lnTo>
                    <a:pt x="712444" y="354050"/>
                  </a:lnTo>
                  <a:lnTo>
                    <a:pt x="710234" y="379272"/>
                  </a:lnTo>
                  <a:lnTo>
                    <a:pt x="692975" y="421373"/>
                  </a:lnTo>
                  <a:lnTo>
                    <a:pt x="659307" y="451993"/>
                  </a:lnTo>
                  <a:lnTo>
                    <a:pt x="612406" y="467194"/>
                  </a:lnTo>
                  <a:lnTo>
                    <a:pt x="584492" y="469036"/>
                  </a:lnTo>
                  <a:lnTo>
                    <a:pt x="566407" y="468630"/>
                  </a:lnTo>
                  <a:lnTo>
                    <a:pt x="515277" y="461378"/>
                  </a:lnTo>
                  <a:lnTo>
                    <a:pt x="467004" y="444119"/>
                  </a:lnTo>
                  <a:lnTo>
                    <a:pt x="451650" y="436283"/>
                  </a:lnTo>
                  <a:lnTo>
                    <a:pt x="451650" y="505282"/>
                  </a:lnTo>
                  <a:lnTo>
                    <a:pt x="503364" y="518414"/>
                  </a:lnTo>
                  <a:lnTo>
                    <a:pt x="553288" y="524789"/>
                  </a:lnTo>
                  <a:lnTo>
                    <a:pt x="585889" y="526186"/>
                  </a:lnTo>
                  <a:lnTo>
                    <a:pt x="629539" y="523430"/>
                  </a:lnTo>
                  <a:lnTo>
                    <a:pt x="668134" y="515124"/>
                  </a:lnTo>
                  <a:lnTo>
                    <a:pt x="729919" y="481584"/>
                  </a:lnTo>
                  <a:lnTo>
                    <a:pt x="768629" y="427228"/>
                  </a:lnTo>
                  <a:lnTo>
                    <a:pt x="778383" y="392988"/>
                  </a:lnTo>
                  <a:lnTo>
                    <a:pt x="781659" y="354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19494" y="1920875"/>
            <a:ext cx="19612219" cy="3582751"/>
            <a:chOff x="419494" y="1928065"/>
            <a:chExt cx="19612219" cy="3582751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477108" y="1928065"/>
              <a:ext cx="6554605" cy="329291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6355847" y="1960390"/>
              <a:ext cx="786765" cy="528955"/>
            </a:xfrm>
            <a:custGeom>
              <a:avLst/>
              <a:gdLst/>
              <a:ahLst/>
              <a:cxnLst/>
              <a:rect l="l" t="t" r="r" b="b"/>
              <a:pathLst>
                <a:path w="786765" h="528955">
                  <a:moveTo>
                    <a:pt x="358648" y="378929"/>
                  </a:moveTo>
                  <a:lnTo>
                    <a:pt x="349300" y="323151"/>
                  </a:lnTo>
                  <a:lnTo>
                    <a:pt x="321602" y="279463"/>
                  </a:lnTo>
                  <a:lnTo>
                    <a:pt x="274929" y="248031"/>
                  </a:lnTo>
                  <a:lnTo>
                    <a:pt x="208330" y="227634"/>
                  </a:lnTo>
                  <a:lnTo>
                    <a:pt x="166382" y="219227"/>
                  </a:lnTo>
                  <a:lnTo>
                    <a:pt x="140309" y="213575"/>
                  </a:lnTo>
                  <a:lnTo>
                    <a:pt x="101790" y="199631"/>
                  </a:lnTo>
                  <a:lnTo>
                    <a:pt x="74104" y="169849"/>
                  </a:lnTo>
                  <a:lnTo>
                    <a:pt x="69202" y="140081"/>
                  </a:lnTo>
                  <a:lnTo>
                    <a:pt x="71056" y="121183"/>
                  </a:lnTo>
                  <a:lnTo>
                    <a:pt x="99263" y="77749"/>
                  </a:lnTo>
                  <a:lnTo>
                    <a:pt x="136410" y="61633"/>
                  </a:lnTo>
                  <a:lnTo>
                    <a:pt x="186664" y="56032"/>
                  </a:lnTo>
                  <a:lnTo>
                    <a:pt x="202666" y="56667"/>
                  </a:lnTo>
                  <a:lnTo>
                    <a:pt x="253784" y="65138"/>
                  </a:lnTo>
                  <a:lnTo>
                    <a:pt x="308343" y="84340"/>
                  </a:lnTo>
                  <a:lnTo>
                    <a:pt x="327888" y="93154"/>
                  </a:lnTo>
                  <a:lnTo>
                    <a:pt x="327888" y="25908"/>
                  </a:lnTo>
                  <a:lnTo>
                    <a:pt x="289001" y="14528"/>
                  </a:lnTo>
                  <a:lnTo>
                    <a:pt x="251688" y="6299"/>
                  </a:lnTo>
                  <a:lnTo>
                    <a:pt x="196824" y="393"/>
                  </a:lnTo>
                  <a:lnTo>
                    <a:pt x="178968" y="0"/>
                  </a:lnTo>
                  <a:lnTo>
                    <a:pt x="139268" y="2476"/>
                  </a:lnTo>
                  <a:lnTo>
                    <a:pt x="73482" y="22161"/>
                  </a:lnTo>
                  <a:lnTo>
                    <a:pt x="26543" y="60490"/>
                  </a:lnTo>
                  <a:lnTo>
                    <a:pt x="2895" y="113779"/>
                  </a:lnTo>
                  <a:lnTo>
                    <a:pt x="0" y="145681"/>
                  </a:lnTo>
                  <a:lnTo>
                    <a:pt x="2108" y="173405"/>
                  </a:lnTo>
                  <a:lnTo>
                    <a:pt x="19164" y="218871"/>
                  </a:lnTo>
                  <a:lnTo>
                    <a:pt x="54190" y="252374"/>
                  </a:lnTo>
                  <a:lnTo>
                    <a:pt x="110058" y="276529"/>
                  </a:lnTo>
                  <a:lnTo>
                    <a:pt x="188061" y="293471"/>
                  </a:lnTo>
                  <a:lnTo>
                    <a:pt x="212445" y="299389"/>
                  </a:lnTo>
                  <a:lnTo>
                    <a:pt x="250202" y="315150"/>
                  </a:lnTo>
                  <a:lnTo>
                    <a:pt x="280873" y="350215"/>
                  </a:lnTo>
                  <a:lnTo>
                    <a:pt x="286639" y="383832"/>
                  </a:lnTo>
                  <a:lnTo>
                    <a:pt x="284568" y="404469"/>
                  </a:lnTo>
                  <a:lnTo>
                    <a:pt x="254482" y="450367"/>
                  </a:lnTo>
                  <a:lnTo>
                    <a:pt x="215595" y="467702"/>
                  </a:lnTo>
                  <a:lnTo>
                    <a:pt x="163588" y="473481"/>
                  </a:lnTo>
                  <a:lnTo>
                    <a:pt x="143662" y="472808"/>
                  </a:lnTo>
                  <a:lnTo>
                    <a:pt x="103809" y="466991"/>
                  </a:lnTo>
                  <a:lnTo>
                    <a:pt x="63830" y="455015"/>
                  </a:lnTo>
                  <a:lnTo>
                    <a:pt x="22936" y="437146"/>
                  </a:lnTo>
                  <a:lnTo>
                    <a:pt x="2082" y="425856"/>
                  </a:lnTo>
                  <a:lnTo>
                    <a:pt x="2082" y="497306"/>
                  </a:lnTo>
                  <a:lnTo>
                    <a:pt x="44564" y="511568"/>
                  </a:lnTo>
                  <a:lnTo>
                    <a:pt x="85979" y="521119"/>
                  </a:lnTo>
                  <a:lnTo>
                    <a:pt x="125844" y="526808"/>
                  </a:lnTo>
                  <a:lnTo>
                    <a:pt x="163588" y="528815"/>
                  </a:lnTo>
                  <a:lnTo>
                    <a:pt x="208432" y="526453"/>
                  </a:lnTo>
                  <a:lnTo>
                    <a:pt x="247573" y="519366"/>
                  </a:lnTo>
                  <a:lnTo>
                    <a:pt x="309016" y="490994"/>
                  </a:lnTo>
                  <a:lnTo>
                    <a:pt x="346163" y="444157"/>
                  </a:lnTo>
                  <a:lnTo>
                    <a:pt x="355523" y="413880"/>
                  </a:lnTo>
                  <a:lnTo>
                    <a:pt x="358648" y="378929"/>
                  </a:lnTo>
                  <a:close/>
                </a:path>
                <a:path w="786765" h="528955">
                  <a:moveTo>
                    <a:pt x="786549" y="371221"/>
                  </a:moveTo>
                  <a:lnTo>
                    <a:pt x="779373" y="326224"/>
                  </a:lnTo>
                  <a:lnTo>
                    <a:pt x="758583" y="288569"/>
                  </a:lnTo>
                  <a:lnTo>
                    <a:pt x="725627" y="260731"/>
                  </a:lnTo>
                  <a:lnTo>
                    <a:pt x="681672" y="244449"/>
                  </a:lnTo>
                  <a:lnTo>
                    <a:pt x="702500" y="237896"/>
                  </a:lnTo>
                  <a:lnTo>
                    <a:pt x="736828" y="217462"/>
                  </a:lnTo>
                  <a:lnTo>
                    <a:pt x="768451" y="171246"/>
                  </a:lnTo>
                  <a:lnTo>
                    <a:pt x="774661" y="132372"/>
                  </a:lnTo>
                  <a:lnTo>
                    <a:pt x="771779" y="103479"/>
                  </a:lnTo>
                  <a:lnTo>
                    <a:pt x="748703" y="55156"/>
                  </a:lnTo>
                  <a:lnTo>
                    <a:pt x="703478" y="20091"/>
                  </a:lnTo>
                  <a:lnTo>
                    <a:pt x="641604" y="2235"/>
                  </a:lnTo>
                  <a:lnTo>
                    <a:pt x="604761" y="0"/>
                  </a:lnTo>
                  <a:lnTo>
                    <a:pt x="588899" y="381"/>
                  </a:lnTo>
                  <a:lnTo>
                    <a:pt x="539737" y="5600"/>
                  </a:lnTo>
                  <a:lnTo>
                    <a:pt x="485470" y="16725"/>
                  </a:lnTo>
                  <a:lnTo>
                    <a:pt x="466331" y="21704"/>
                  </a:lnTo>
                  <a:lnTo>
                    <a:pt x="466331" y="83350"/>
                  </a:lnTo>
                  <a:lnTo>
                    <a:pt x="485330" y="77431"/>
                  </a:lnTo>
                  <a:lnTo>
                    <a:pt x="503555" y="72313"/>
                  </a:lnTo>
                  <a:lnTo>
                    <a:pt x="553631" y="61671"/>
                  </a:lnTo>
                  <a:lnTo>
                    <a:pt x="598462" y="58127"/>
                  </a:lnTo>
                  <a:lnTo>
                    <a:pt x="622719" y="59448"/>
                  </a:lnTo>
                  <a:lnTo>
                    <a:pt x="662571" y="69951"/>
                  </a:lnTo>
                  <a:lnTo>
                    <a:pt x="698969" y="104800"/>
                  </a:lnTo>
                  <a:lnTo>
                    <a:pt x="706145" y="139382"/>
                  </a:lnTo>
                  <a:lnTo>
                    <a:pt x="704430" y="157632"/>
                  </a:lnTo>
                  <a:lnTo>
                    <a:pt x="678878" y="198221"/>
                  </a:lnTo>
                  <a:lnTo>
                    <a:pt x="624992" y="217322"/>
                  </a:lnTo>
                  <a:lnTo>
                    <a:pt x="601268" y="218528"/>
                  </a:lnTo>
                  <a:lnTo>
                    <a:pt x="539038" y="218528"/>
                  </a:lnTo>
                  <a:lnTo>
                    <a:pt x="539038" y="275259"/>
                  </a:lnTo>
                  <a:lnTo>
                    <a:pt x="598462" y="275259"/>
                  </a:lnTo>
                  <a:lnTo>
                    <a:pt x="625208" y="276948"/>
                  </a:lnTo>
                  <a:lnTo>
                    <a:pt x="669251" y="290042"/>
                  </a:lnTo>
                  <a:lnTo>
                    <a:pt x="700328" y="315074"/>
                  </a:lnTo>
                  <a:lnTo>
                    <a:pt x="716051" y="350227"/>
                  </a:lnTo>
                  <a:lnTo>
                    <a:pt x="718019" y="371221"/>
                  </a:lnTo>
                  <a:lnTo>
                    <a:pt x="715822" y="394462"/>
                  </a:lnTo>
                  <a:lnTo>
                    <a:pt x="698563" y="432003"/>
                  </a:lnTo>
                  <a:lnTo>
                    <a:pt x="665022" y="457200"/>
                  </a:lnTo>
                  <a:lnTo>
                    <a:pt x="615721" y="469811"/>
                  </a:lnTo>
                  <a:lnTo>
                    <a:pt x="585177" y="471385"/>
                  </a:lnTo>
                  <a:lnTo>
                    <a:pt x="566572" y="470865"/>
                  </a:lnTo>
                  <a:lnTo>
                    <a:pt x="513880" y="462978"/>
                  </a:lnTo>
                  <a:lnTo>
                    <a:pt x="465493" y="445643"/>
                  </a:lnTo>
                  <a:lnTo>
                    <a:pt x="450938" y="437769"/>
                  </a:lnTo>
                  <a:lnTo>
                    <a:pt x="450938" y="504304"/>
                  </a:lnTo>
                  <a:lnTo>
                    <a:pt x="503847" y="519379"/>
                  </a:lnTo>
                  <a:lnTo>
                    <a:pt x="554329" y="527240"/>
                  </a:lnTo>
                  <a:lnTo>
                    <a:pt x="587286" y="528815"/>
                  </a:lnTo>
                  <a:lnTo>
                    <a:pt x="632256" y="526313"/>
                  </a:lnTo>
                  <a:lnTo>
                    <a:pt x="671791" y="518756"/>
                  </a:lnTo>
                  <a:lnTo>
                    <a:pt x="734809" y="488200"/>
                  </a:lnTo>
                  <a:lnTo>
                    <a:pt x="773518" y="438378"/>
                  </a:lnTo>
                  <a:lnTo>
                    <a:pt x="783285" y="406933"/>
                  </a:lnTo>
                  <a:lnTo>
                    <a:pt x="786549" y="3712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03067" y="2175222"/>
              <a:ext cx="6554605" cy="27477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781794" y="1934393"/>
              <a:ext cx="772795" cy="529590"/>
            </a:xfrm>
            <a:custGeom>
              <a:avLst/>
              <a:gdLst/>
              <a:ahLst/>
              <a:cxnLst/>
              <a:rect l="l" t="t" r="r" b="b"/>
              <a:pathLst>
                <a:path w="772795" h="529589">
                  <a:moveTo>
                    <a:pt x="358673" y="379069"/>
                  </a:moveTo>
                  <a:lnTo>
                    <a:pt x="349313" y="323278"/>
                  </a:lnTo>
                  <a:lnTo>
                    <a:pt x="321614" y="279577"/>
                  </a:lnTo>
                  <a:lnTo>
                    <a:pt x="274942" y="248132"/>
                  </a:lnTo>
                  <a:lnTo>
                    <a:pt x="208356" y="227723"/>
                  </a:lnTo>
                  <a:lnTo>
                    <a:pt x="166395" y="219316"/>
                  </a:lnTo>
                  <a:lnTo>
                    <a:pt x="140322" y="213652"/>
                  </a:lnTo>
                  <a:lnTo>
                    <a:pt x="101803" y="199707"/>
                  </a:lnTo>
                  <a:lnTo>
                    <a:pt x="74117" y="169913"/>
                  </a:lnTo>
                  <a:lnTo>
                    <a:pt x="69215" y="140131"/>
                  </a:lnTo>
                  <a:lnTo>
                    <a:pt x="71069" y="121234"/>
                  </a:lnTo>
                  <a:lnTo>
                    <a:pt x="99288" y="77774"/>
                  </a:lnTo>
                  <a:lnTo>
                    <a:pt x="136423" y="61658"/>
                  </a:lnTo>
                  <a:lnTo>
                    <a:pt x="186677" y="56057"/>
                  </a:lnTo>
                  <a:lnTo>
                    <a:pt x="202666" y="56692"/>
                  </a:lnTo>
                  <a:lnTo>
                    <a:pt x="253796" y="65163"/>
                  </a:lnTo>
                  <a:lnTo>
                    <a:pt x="308368" y="84378"/>
                  </a:lnTo>
                  <a:lnTo>
                    <a:pt x="327914" y="93192"/>
                  </a:lnTo>
                  <a:lnTo>
                    <a:pt x="327914" y="25920"/>
                  </a:lnTo>
                  <a:lnTo>
                    <a:pt x="289013" y="14541"/>
                  </a:lnTo>
                  <a:lnTo>
                    <a:pt x="251701" y="6299"/>
                  </a:lnTo>
                  <a:lnTo>
                    <a:pt x="196837" y="393"/>
                  </a:lnTo>
                  <a:lnTo>
                    <a:pt x="178981" y="0"/>
                  </a:lnTo>
                  <a:lnTo>
                    <a:pt x="139280" y="2489"/>
                  </a:lnTo>
                  <a:lnTo>
                    <a:pt x="73494" y="22174"/>
                  </a:lnTo>
                  <a:lnTo>
                    <a:pt x="26543" y="60515"/>
                  </a:lnTo>
                  <a:lnTo>
                    <a:pt x="2908" y="113830"/>
                  </a:lnTo>
                  <a:lnTo>
                    <a:pt x="0" y="145745"/>
                  </a:lnTo>
                  <a:lnTo>
                    <a:pt x="2108" y="173469"/>
                  </a:lnTo>
                  <a:lnTo>
                    <a:pt x="19177" y="218948"/>
                  </a:lnTo>
                  <a:lnTo>
                    <a:pt x="54203" y="252463"/>
                  </a:lnTo>
                  <a:lnTo>
                    <a:pt x="110070" y="276631"/>
                  </a:lnTo>
                  <a:lnTo>
                    <a:pt x="188074" y="293585"/>
                  </a:lnTo>
                  <a:lnTo>
                    <a:pt x="212458" y="299491"/>
                  </a:lnTo>
                  <a:lnTo>
                    <a:pt x="250215" y="315264"/>
                  </a:lnTo>
                  <a:lnTo>
                    <a:pt x="280885" y="350342"/>
                  </a:lnTo>
                  <a:lnTo>
                    <a:pt x="286651" y="383971"/>
                  </a:lnTo>
                  <a:lnTo>
                    <a:pt x="284581" y="404622"/>
                  </a:lnTo>
                  <a:lnTo>
                    <a:pt x="254495" y="450532"/>
                  </a:lnTo>
                  <a:lnTo>
                    <a:pt x="215607" y="467880"/>
                  </a:lnTo>
                  <a:lnTo>
                    <a:pt x="163601" y="473659"/>
                  </a:lnTo>
                  <a:lnTo>
                    <a:pt x="143675" y="472986"/>
                  </a:lnTo>
                  <a:lnTo>
                    <a:pt x="103822" y="467156"/>
                  </a:lnTo>
                  <a:lnTo>
                    <a:pt x="63842" y="455180"/>
                  </a:lnTo>
                  <a:lnTo>
                    <a:pt x="22948" y="437311"/>
                  </a:lnTo>
                  <a:lnTo>
                    <a:pt x="2095" y="426008"/>
                  </a:lnTo>
                  <a:lnTo>
                    <a:pt x="2095" y="497484"/>
                  </a:lnTo>
                  <a:lnTo>
                    <a:pt x="44577" y="511759"/>
                  </a:lnTo>
                  <a:lnTo>
                    <a:pt x="86004" y="521309"/>
                  </a:lnTo>
                  <a:lnTo>
                    <a:pt x="125857" y="526999"/>
                  </a:lnTo>
                  <a:lnTo>
                    <a:pt x="163601" y="529018"/>
                  </a:lnTo>
                  <a:lnTo>
                    <a:pt x="208445" y="526643"/>
                  </a:lnTo>
                  <a:lnTo>
                    <a:pt x="247586" y="519557"/>
                  </a:lnTo>
                  <a:lnTo>
                    <a:pt x="309029" y="491172"/>
                  </a:lnTo>
                  <a:lnTo>
                    <a:pt x="346176" y="444322"/>
                  </a:lnTo>
                  <a:lnTo>
                    <a:pt x="355536" y="414020"/>
                  </a:lnTo>
                  <a:lnTo>
                    <a:pt x="358673" y="379069"/>
                  </a:lnTo>
                  <a:close/>
                </a:path>
                <a:path w="772795" h="529589">
                  <a:moveTo>
                    <a:pt x="772566" y="461746"/>
                  </a:moveTo>
                  <a:lnTo>
                    <a:pt x="532066" y="461746"/>
                  </a:lnTo>
                  <a:lnTo>
                    <a:pt x="697420" y="291401"/>
                  </a:lnTo>
                  <a:lnTo>
                    <a:pt x="708685" y="279361"/>
                  </a:lnTo>
                  <a:lnTo>
                    <a:pt x="741553" y="236220"/>
                  </a:lnTo>
                  <a:lnTo>
                    <a:pt x="762990" y="191262"/>
                  </a:lnTo>
                  <a:lnTo>
                    <a:pt x="769772" y="145745"/>
                  </a:lnTo>
                  <a:lnTo>
                    <a:pt x="766775" y="114325"/>
                  </a:lnTo>
                  <a:lnTo>
                    <a:pt x="742937" y="61493"/>
                  </a:lnTo>
                  <a:lnTo>
                    <a:pt x="696671" y="22466"/>
                  </a:lnTo>
                  <a:lnTo>
                    <a:pt x="633742" y="2489"/>
                  </a:lnTo>
                  <a:lnTo>
                    <a:pt x="596379" y="0"/>
                  </a:lnTo>
                  <a:lnTo>
                    <a:pt x="580796" y="520"/>
                  </a:lnTo>
                  <a:lnTo>
                    <a:pt x="529958" y="8407"/>
                  </a:lnTo>
                  <a:lnTo>
                    <a:pt x="492734" y="18923"/>
                  </a:lnTo>
                  <a:lnTo>
                    <a:pt x="452361" y="33629"/>
                  </a:lnTo>
                  <a:lnTo>
                    <a:pt x="452361" y="103695"/>
                  </a:lnTo>
                  <a:lnTo>
                    <a:pt x="472528" y="92913"/>
                  </a:lnTo>
                  <a:lnTo>
                    <a:pt x="492125" y="83642"/>
                  </a:lnTo>
                  <a:lnTo>
                    <a:pt x="529259" y="69367"/>
                  </a:lnTo>
                  <a:lnTo>
                    <a:pt x="581279" y="58928"/>
                  </a:lnTo>
                  <a:lnTo>
                    <a:pt x="597776" y="58153"/>
                  </a:lnTo>
                  <a:lnTo>
                    <a:pt x="619683" y="59842"/>
                  </a:lnTo>
                  <a:lnTo>
                    <a:pt x="656678" y="72936"/>
                  </a:lnTo>
                  <a:lnTo>
                    <a:pt x="693305" y="113334"/>
                  </a:lnTo>
                  <a:lnTo>
                    <a:pt x="700557" y="149948"/>
                  </a:lnTo>
                  <a:lnTo>
                    <a:pt x="699668" y="162661"/>
                  </a:lnTo>
                  <a:lnTo>
                    <a:pt x="687273" y="201091"/>
                  </a:lnTo>
                  <a:lnTo>
                    <a:pt x="656602" y="246418"/>
                  </a:lnTo>
                  <a:lnTo>
                    <a:pt x="629081" y="277164"/>
                  </a:lnTo>
                  <a:lnTo>
                    <a:pt x="448856" y="461746"/>
                  </a:lnTo>
                  <a:lnTo>
                    <a:pt x="448856" y="519899"/>
                  </a:lnTo>
                  <a:lnTo>
                    <a:pt x="772566" y="519899"/>
                  </a:lnTo>
                  <a:lnTo>
                    <a:pt x="772566" y="461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9494" y="1929306"/>
              <a:ext cx="6554605" cy="358151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298228" y="2101157"/>
              <a:ext cx="778510" cy="530860"/>
            </a:xfrm>
            <a:custGeom>
              <a:avLst/>
              <a:gdLst/>
              <a:ahLst/>
              <a:cxnLst/>
              <a:rect l="l" t="t" r="r" b="b"/>
              <a:pathLst>
                <a:path w="778510" h="530860">
                  <a:moveTo>
                    <a:pt x="358660" y="380060"/>
                  </a:moveTo>
                  <a:lnTo>
                    <a:pt x="349313" y="324116"/>
                  </a:lnTo>
                  <a:lnTo>
                    <a:pt x="321602" y="280301"/>
                  </a:lnTo>
                  <a:lnTo>
                    <a:pt x="274942" y="248780"/>
                  </a:lnTo>
                  <a:lnTo>
                    <a:pt x="208343" y="228320"/>
                  </a:lnTo>
                  <a:lnTo>
                    <a:pt x="166395" y="219887"/>
                  </a:lnTo>
                  <a:lnTo>
                    <a:pt x="140322" y="214210"/>
                  </a:lnTo>
                  <a:lnTo>
                    <a:pt x="101803" y="200228"/>
                  </a:lnTo>
                  <a:lnTo>
                    <a:pt x="74104" y="170357"/>
                  </a:lnTo>
                  <a:lnTo>
                    <a:pt x="69215" y="140500"/>
                  </a:lnTo>
                  <a:lnTo>
                    <a:pt x="71056" y="121551"/>
                  </a:lnTo>
                  <a:lnTo>
                    <a:pt x="99275" y="77978"/>
                  </a:lnTo>
                  <a:lnTo>
                    <a:pt x="136423" y="61823"/>
                  </a:lnTo>
                  <a:lnTo>
                    <a:pt x="186677" y="56197"/>
                  </a:lnTo>
                  <a:lnTo>
                    <a:pt x="202666" y="56845"/>
                  </a:lnTo>
                  <a:lnTo>
                    <a:pt x="253796" y="65341"/>
                  </a:lnTo>
                  <a:lnTo>
                    <a:pt x="308356" y="84594"/>
                  </a:lnTo>
                  <a:lnTo>
                    <a:pt x="327901" y="93433"/>
                  </a:lnTo>
                  <a:lnTo>
                    <a:pt x="327901" y="25996"/>
                  </a:lnTo>
                  <a:lnTo>
                    <a:pt x="289013" y="14579"/>
                  </a:lnTo>
                  <a:lnTo>
                    <a:pt x="251688" y="6324"/>
                  </a:lnTo>
                  <a:lnTo>
                    <a:pt x="196824" y="393"/>
                  </a:lnTo>
                  <a:lnTo>
                    <a:pt x="178981" y="0"/>
                  </a:lnTo>
                  <a:lnTo>
                    <a:pt x="139268" y="2489"/>
                  </a:lnTo>
                  <a:lnTo>
                    <a:pt x="73482" y="22225"/>
                  </a:lnTo>
                  <a:lnTo>
                    <a:pt x="26543" y="60667"/>
                  </a:lnTo>
                  <a:lnTo>
                    <a:pt x="2908" y="114122"/>
                  </a:lnTo>
                  <a:lnTo>
                    <a:pt x="0" y="146126"/>
                  </a:lnTo>
                  <a:lnTo>
                    <a:pt x="2108" y="173926"/>
                  </a:lnTo>
                  <a:lnTo>
                    <a:pt x="19164" y="219519"/>
                  </a:lnTo>
                  <a:lnTo>
                    <a:pt x="54190" y="253123"/>
                  </a:lnTo>
                  <a:lnTo>
                    <a:pt x="110058" y="277355"/>
                  </a:lnTo>
                  <a:lnTo>
                    <a:pt x="188074" y="294347"/>
                  </a:lnTo>
                  <a:lnTo>
                    <a:pt x="212458" y="300278"/>
                  </a:lnTo>
                  <a:lnTo>
                    <a:pt x="250202" y="316077"/>
                  </a:lnTo>
                  <a:lnTo>
                    <a:pt x="280885" y="351256"/>
                  </a:lnTo>
                  <a:lnTo>
                    <a:pt x="286651" y="384975"/>
                  </a:lnTo>
                  <a:lnTo>
                    <a:pt x="284568" y="405676"/>
                  </a:lnTo>
                  <a:lnTo>
                    <a:pt x="254495" y="451713"/>
                  </a:lnTo>
                  <a:lnTo>
                    <a:pt x="215595" y="469099"/>
                  </a:lnTo>
                  <a:lnTo>
                    <a:pt x="163601" y="474891"/>
                  </a:lnTo>
                  <a:lnTo>
                    <a:pt x="143675" y="474205"/>
                  </a:lnTo>
                  <a:lnTo>
                    <a:pt x="103822" y="468376"/>
                  </a:lnTo>
                  <a:lnTo>
                    <a:pt x="63842" y="456361"/>
                  </a:lnTo>
                  <a:lnTo>
                    <a:pt x="22936" y="438454"/>
                  </a:lnTo>
                  <a:lnTo>
                    <a:pt x="2095" y="427126"/>
                  </a:lnTo>
                  <a:lnTo>
                    <a:pt x="2095" y="498779"/>
                  </a:lnTo>
                  <a:lnTo>
                    <a:pt x="44564" y="513092"/>
                  </a:lnTo>
                  <a:lnTo>
                    <a:pt x="85991" y="522655"/>
                  </a:lnTo>
                  <a:lnTo>
                    <a:pt x="125844" y="528370"/>
                  </a:lnTo>
                  <a:lnTo>
                    <a:pt x="163601" y="530390"/>
                  </a:lnTo>
                  <a:lnTo>
                    <a:pt x="208445" y="528015"/>
                  </a:lnTo>
                  <a:lnTo>
                    <a:pt x="247586" y="520903"/>
                  </a:lnTo>
                  <a:lnTo>
                    <a:pt x="309029" y="492455"/>
                  </a:lnTo>
                  <a:lnTo>
                    <a:pt x="346163" y="445477"/>
                  </a:lnTo>
                  <a:lnTo>
                    <a:pt x="355523" y="415099"/>
                  </a:lnTo>
                  <a:lnTo>
                    <a:pt x="358660" y="380060"/>
                  </a:lnTo>
                  <a:close/>
                </a:path>
                <a:path w="778510" h="530860">
                  <a:moveTo>
                    <a:pt x="778154" y="462953"/>
                  </a:moveTo>
                  <a:lnTo>
                    <a:pt x="665594" y="462953"/>
                  </a:lnTo>
                  <a:lnTo>
                    <a:pt x="665594" y="9131"/>
                  </a:lnTo>
                  <a:lnTo>
                    <a:pt x="596379" y="9131"/>
                  </a:lnTo>
                  <a:lnTo>
                    <a:pt x="474726" y="33718"/>
                  </a:lnTo>
                  <a:lnTo>
                    <a:pt x="474726" y="96951"/>
                  </a:lnTo>
                  <a:lnTo>
                    <a:pt x="597077" y="72364"/>
                  </a:lnTo>
                  <a:lnTo>
                    <a:pt x="597077" y="462953"/>
                  </a:lnTo>
                  <a:lnTo>
                    <a:pt x="484517" y="462953"/>
                  </a:lnTo>
                  <a:lnTo>
                    <a:pt x="484517" y="521258"/>
                  </a:lnTo>
                  <a:lnTo>
                    <a:pt x="778154" y="521258"/>
                  </a:lnTo>
                  <a:lnTo>
                    <a:pt x="778154" y="462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pic>
        <p:nvPicPr>
          <p:cNvPr id="20" name="object 6">
            <a:extLst>
              <a:ext uri="{FF2B5EF4-FFF2-40B4-BE49-F238E27FC236}">
                <a16:creationId xmlns:a16="http://schemas.microsoft.com/office/drawing/2014/main" id="{1F40811C-F14A-2989-C972-37C83D69A2F5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315776" y="4676775"/>
            <a:ext cx="2273074" cy="20966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dirty="0"/>
              <a:t>NOUN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VERB</a:t>
            </a:r>
            <a:r>
              <a:rPr spc="-10" dirty="0"/>
              <a:t> </a:t>
            </a:r>
            <a:r>
              <a:rPr dirty="0"/>
              <a:t>SENSITIVITY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LISTENING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507263" y="6463079"/>
            <a:ext cx="6555105" cy="2992120"/>
            <a:chOff x="13507263" y="6463079"/>
            <a:chExt cx="6555105" cy="29921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07263" y="6690114"/>
              <a:ext cx="6554605" cy="27644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385997" y="6463086"/>
              <a:ext cx="795020" cy="527685"/>
            </a:xfrm>
            <a:custGeom>
              <a:avLst/>
              <a:gdLst/>
              <a:ahLst/>
              <a:cxnLst/>
              <a:rect l="l" t="t" r="r" b="b"/>
              <a:pathLst>
                <a:path w="795019" h="527684">
                  <a:moveTo>
                    <a:pt x="358660" y="377786"/>
                  </a:moveTo>
                  <a:lnTo>
                    <a:pt x="349313" y="322186"/>
                  </a:lnTo>
                  <a:lnTo>
                    <a:pt x="321602" y="278625"/>
                  </a:lnTo>
                  <a:lnTo>
                    <a:pt x="274942" y="247294"/>
                  </a:lnTo>
                  <a:lnTo>
                    <a:pt x="208343" y="226949"/>
                  </a:lnTo>
                  <a:lnTo>
                    <a:pt x="166395" y="218567"/>
                  </a:lnTo>
                  <a:lnTo>
                    <a:pt x="140322" y="212928"/>
                  </a:lnTo>
                  <a:lnTo>
                    <a:pt x="101803" y="199034"/>
                  </a:lnTo>
                  <a:lnTo>
                    <a:pt x="74104" y="169341"/>
                  </a:lnTo>
                  <a:lnTo>
                    <a:pt x="69215" y="139661"/>
                  </a:lnTo>
                  <a:lnTo>
                    <a:pt x="71056" y="120815"/>
                  </a:lnTo>
                  <a:lnTo>
                    <a:pt x="99275" y="77508"/>
                  </a:lnTo>
                  <a:lnTo>
                    <a:pt x="136423" y="61455"/>
                  </a:lnTo>
                  <a:lnTo>
                    <a:pt x="186677" y="55867"/>
                  </a:lnTo>
                  <a:lnTo>
                    <a:pt x="202666" y="56502"/>
                  </a:lnTo>
                  <a:lnTo>
                    <a:pt x="253796" y="64935"/>
                  </a:lnTo>
                  <a:lnTo>
                    <a:pt x="308356" y="84086"/>
                  </a:lnTo>
                  <a:lnTo>
                    <a:pt x="327901" y="92875"/>
                  </a:lnTo>
                  <a:lnTo>
                    <a:pt x="327901" y="25831"/>
                  </a:lnTo>
                  <a:lnTo>
                    <a:pt x="289001" y="14490"/>
                  </a:lnTo>
                  <a:lnTo>
                    <a:pt x="251688" y="6286"/>
                  </a:lnTo>
                  <a:lnTo>
                    <a:pt x="196824" y="393"/>
                  </a:lnTo>
                  <a:lnTo>
                    <a:pt x="178981" y="0"/>
                  </a:lnTo>
                  <a:lnTo>
                    <a:pt x="139268" y="2476"/>
                  </a:lnTo>
                  <a:lnTo>
                    <a:pt x="73482" y="22098"/>
                  </a:lnTo>
                  <a:lnTo>
                    <a:pt x="26543" y="60299"/>
                  </a:lnTo>
                  <a:lnTo>
                    <a:pt x="2908" y="113436"/>
                  </a:lnTo>
                  <a:lnTo>
                    <a:pt x="0" y="145249"/>
                  </a:lnTo>
                  <a:lnTo>
                    <a:pt x="2108" y="172885"/>
                  </a:lnTo>
                  <a:lnTo>
                    <a:pt x="19164" y="218211"/>
                  </a:lnTo>
                  <a:lnTo>
                    <a:pt x="54190" y="251612"/>
                  </a:lnTo>
                  <a:lnTo>
                    <a:pt x="110058" y="275704"/>
                  </a:lnTo>
                  <a:lnTo>
                    <a:pt x="188074" y="292595"/>
                  </a:lnTo>
                  <a:lnTo>
                    <a:pt x="212458" y="298488"/>
                  </a:lnTo>
                  <a:lnTo>
                    <a:pt x="250202" y="314198"/>
                  </a:lnTo>
                  <a:lnTo>
                    <a:pt x="280885" y="349161"/>
                  </a:lnTo>
                  <a:lnTo>
                    <a:pt x="286651" y="382676"/>
                  </a:lnTo>
                  <a:lnTo>
                    <a:pt x="284581" y="403250"/>
                  </a:lnTo>
                  <a:lnTo>
                    <a:pt x="254482" y="449008"/>
                  </a:lnTo>
                  <a:lnTo>
                    <a:pt x="215595" y="466293"/>
                  </a:lnTo>
                  <a:lnTo>
                    <a:pt x="163601" y="472059"/>
                  </a:lnTo>
                  <a:lnTo>
                    <a:pt x="143675" y="471385"/>
                  </a:lnTo>
                  <a:lnTo>
                    <a:pt x="103822" y="465582"/>
                  </a:lnTo>
                  <a:lnTo>
                    <a:pt x="63842" y="453644"/>
                  </a:lnTo>
                  <a:lnTo>
                    <a:pt x="22936" y="435838"/>
                  </a:lnTo>
                  <a:lnTo>
                    <a:pt x="2095" y="424573"/>
                  </a:lnTo>
                  <a:lnTo>
                    <a:pt x="2095" y="495795"/>
                  </a:lnTo>
                  <a:lnTo>
                    <a:pt x="44564" y="510032"/>
                  </a:lnTo>
                  <a:lnTo>
                    <a:pt x="85991" y="519544"/>
                  </a:lnTo>
                  <a:lnTo>
                    <a:pt x="125844" y="525221"/>
                  </a:lnTo>
                  <a:lnTo>
                    <a:pt x="163601" y="527227"/>
                  </a:lnTo>
                  <a:lnTo>
                    <a:pt x="208445" y="524865"/>
                  </a:lnTo>
                  <a:lnTo>
                    <a:pt x="247586" y="517804"/>
                  </a:lnTo>
                  <a:lnTo>
                    <a:pt x="309029" y="489521"/>
                  </a:lnTo>
                  <a:lnTo>
                    <a:pt x="346163" y="442810"/>
                  </a:lnTo>
                  <a:lnTo>
                    <a:pt x="355523" y="412623"/>
                  </a:lnTo>
                  <a:lnTo>
                    <a:pt x="358660" y="377786"/>
                  </a:lnTo>
                  <a:close/>
                </a:path>
                <a:path w="795019" h="527684">
                  <a:moveTo>
                    <a:pt x="794943" y="374992"/>
                  </a:moveTo>
                  <a:lnTo>
                    <a:pt x="793242" y="353250"/>
                  </a:lnTo>
                  <a:lnTo>
                    <a:pt x="793127" y="351713"/>
                  </a:lnTo>
                  <a:lnTo>
                    <a:pt x="787768" y="330123"/>
                  </a:lnTo>
                  <a:lnTo>
                    <a:pt x="766978" y="292595"/>
                  </a:lnTo>
                  <a:lnTo>
                    <a:pt x="733412" y="264401"/>
                  </a:lnTo>
                  <a:lnTo>
                    <a:pt x="725716" y="260692"/>
                  </a:lnTo>
                  <a:lnTo>
                    <a:pt x="725716" y="374992"/>
                  </a:lnTo>
                  <a:lnTo>
                    <a:pt x="723861" y="396849"/>
                  </a:lnTo>
                  <a:lnTo>
                    <a:pt x="709498" y="432638"/>
                  </a:lnTo>
                  <a:lnTo>
                    <a:pt x="681596" y="458724"/>
                  </a:lnTo>
                  <a:lnTo>
                    <a:pt x="663397" y="467080"/>
                  </a:lnTo>
                  <a:lnTo>
                    <a:pt x="663219" y="467080"/>
                  </a:lnTo>
                  <a:lnTo>
                    <a:pt x="642924" y="471868"/>
                  </a:lnTo>
                  <a:lnTo>
                    <a:pt x="620153" y="473456"/>
                  </a:lnTo>
                  <a:lnTo>
                    <a:pt x="596811" y="471868"/>
                  </a:lnTo>
                  <a:lnTo>
                    <a:pt x="576097" y="467080"/>
                  </a:lnTo>
                  <a:lnTo>
                    <a:pt x="542544" y="447624"/>
                  </a:lnTo>
                  <a:lnTo>
                    <a:pt x="516280" y="396849"/>
                  </a:lnTo>
                  <a:lnTo>
                    <a:pt x="514565" y="374992"/>
                  </a:lnTo>
                  <a:lnTo>
                    <a:pt x="516280" y="353250"/>
                  </a:lnTo>
                  <a:lnTo>
                    <a:pt x="530199" y="317347"/>
                  </a:lnTo>
                  <a:lnTo>
                    <a:pt x="576097" y="283248"/>
                  </a:lnTo>
                  <a:lnTo>
                    <a:pt x="620153" y="276529"/>
                  </a:lnTo>
                  <a:lnTo>
                    <a:pt x="643483" y="278218"/>
                  </a:lnTo>
                  <a:lnTo>
                    <a:pt x="682294" y="291553"/>
                  </a:lnTo>
                  <a:lnTo>
                    <a:pt x="718553" y="334060"/>
                  </a:lnTo>
                  <a:lnTo>
                    <a:pt x="725716" y="374992"/>
                  </a:lnTo>
                  <a:lnTo>
                    <a:pt x="725716" y="260692"/>
                  </a:lnTo>
                  <a:lnTo>
                    <a:pt x="712698" y="254393"/>
                  </a:lnTo>
                  <a:lnTo>
                    <a:pt x="689356" y="247205"/>
                  </a:lnTo>
                  <a:lnTo>
                    <a:pt x="710095" y="240665"/>
                  </a:lnTo>
                  <a:lnTo>
                    <a:pt x="744220" y="220002"/>
                  </a:lnTo>
                  <a:lnTo>
                    <a:pt x="768896" y="190017"/>
                  </a:lnTo>
                  <a:lnTo>
                    <a:pt x="781481" y="153073"/>
                  </a:lnTo>
                  <a:lnTo>
                    <a:pt x="783056" y="131978"/>
                  </a:lnTo>
                  <a:lnTo>
                    <a:pt x="780313" y="103174"/>
                  </a:lnTo>
                  <a:lnTo>
                    <a:pt x="772134" y="77508"/>
                  </a:lnTo>
                  <a:lnTo>
                    <a:pt x="758571" y="54991"/>
                  </a:lnTo>
                  <a:lnTo>
                    <a:pt x="758063" y="54470"/>
                  </a:lnTo>
                  <a:lnTo>
                    <a:pt x="739711" y="35610"/>
                  </a:lnTo>
                  <a:lnTo>
                    <a:pt x="715721" y="20027"/>
                  </a:lnTo>
                  <a:lnTo>
                    <a:pt x="714540" y="19558"/>
                  </a:lnTo>
                  <a:lnTo>
                    <a:pt x="714540" y="138264"/>
                  </a:lnTo>
                  <a:lnTo>
                    <a:pt x="712965" y="157111"/>
                  </a:lnTo>
                  <a:lnTo>
                    <a:pt x="689356" y="200418"/>
                  </a:lnTo>
                  <a:lnTo>
                    <a:pt x="640994" y="220738"/>
                  </a:lnTo>
                  <a:lnTo>
                    <a:pt x="620153" y="222059"/>
                  </a:lnTo>
                  <a:lnTo>
                    <a:pt x="598906" y="220738"/>
                  </a:lnTo>
                  <a:lnTo>
                    <a:pt x="550240" y="200418"/>
                  </a:lnTo>
                  <a:lnTo>
                    <a:pt x="527227" y="157111"/>
                  </a:lnTo>
                  <a:lnTo>
                    <a:pt x="525767" y="138264"/>
                  </a:lnTo>
                  <a:lnTo>
                    <a:pt x="527227" y="119532"/>
                  </a:lnTo>
                  <a:lnTo>
                    <a:pt x="550240" y="76809"/>
                  </a:lnTo>
                  <a:lnTo>
                    <a:pt x="598906" y="55892"/>
                  </a:lnTo>
                  <a:lnTo>
                    <a:pt x="620153" y="54470"/>
                  </a:lnTo>
                  <a:lnTo>
                    <a:pt x="640994" y="55892"/>
                  </a:lnTo>
                  <a:lnTo>
                    <a:pt x="689356" y="76809"/>
                  </a:lnTo>
                  <a:lnTo>
                    <a:pt x="712965" y="119532"/>
                  </a:lnTo>
                  <a:lnTo>
                    <a:pt x="714540" y="138264"/>
                  </a:lnTo>
                  <a:lnTo>
                    <a:pt x="714540" y="19558"/>
                  </a:lnTo>
                  <a:lnTo>
                    <a:pt x="687793" y="8902"/>
                  </a:lnTo>
                  <a:lnTo>
                    <a:pt x="655942" y="2222"/>
                  </a:lnTo>
                  <a:lnTo>
                    <a:pt x="620153" y="0"/>
                  </a:lnTo>
                  <a:lnTo>
                    <a:pt x="583971" y="2222"/>
                  </a:lnTo>
                  <a:lnTo>
                    <a:pt x="524192" y="20027"/>
                  </a:lnTo>
                  <a:lnTo>
                    <a:pt x="481431" y="54991"/>
                  </a:lnTo>
                  <a:lnTo>
                    <a:pt x="459892" y="103174"/>
                  </a:lnTo>
                  <a:lnTo>
                    <a:pt x="457238" y="131978"/>
                  </a:lnTo>
                  <a:lnTo>
                    <a:pt x="458711" y="153073"/>
                  </a:lnTo>
                  <a:lnTo>
                    <a:pt x="470814" y="190017"/>
                  </a:lnTo>
                  <a:lnTo>
                    <a:pt x="495477" y="220002"/>
                  </a:lnTo>
                  <a:lnTo>
                    <a:pt x="530085" y="240665"/>
                  </a:lnTo>
                  <a:lnTo>
                    <a:pt x="550938" y="247205"/>
                  </a:lnTo>
                  <a:lnTo>
                    <a:pt x="527202" y="254393"/>
                  </a:lnTo>
                  <a:lnTo>
                    <a:pt x="488403" y="277152"/>
                  </a:lnTo>
                  <a:lnTo>
                    <a:pt x="460997" y="310375"/>
                  </a:lnTo>
                  <a:lnTo>
                    <a:pt x="447078" y="351713"/>
                  </a:lnTo>
                  <a:lnTo>
                    <a:pt x="445363" y="374992"/>
                  </a:lnTo>
                  <a:lnTo>
                    <a:pt x="448119" y="409956"/>
                  </a:lnTo>
                  <a:lnTo>
                    <a:pt x="470433" y="466521"/>
                  </a:lnTo>
                  <a:lnTo>
                    <a:pt x="515137" y="505421"/>
                  </a:lnTo>
                  <a:lnTo>
                    <a:pt x="579869" y="524852"/>
                  </a:lnTo>
                  <a:lnTo>
                    <a:pt x="619442" y="527227"/>
                  </a:lnTo>
                  <a:lnTo>
                    <a:pt x="659041" y="524852"/>
                  </a:lnTo>
                  <a:lnTo>
                    <a:pt x="724065" y="505421"/>
                  </a:lnTo>
                  <a:lnTo>
                    <a:pt x="762927" y="473456"/>
                  </a:lnTo>
                  <a:lnTo>
                    <a:pt x="783488" y="440461"/>
                  </a:lnTo>
                  <a:lnTo>
                    <a:pt x="792060" y="409956"/>
                  </a:lnTo>
                  <a:lnTo>
                    <a:pt x="794943" y="3749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19494" y="6449388"/>
            <a:ext cx="13038455" cy="3413760"/>
            <a:chOff x="419494" y="6449388"/>
            <a:chExt cx="13038455" cy="34137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03067" y="6600825"/>
              <a:ext cx="6554605" cy="291486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781794" y="6460102"/>
              <a:ext cx="798830" cy="523875"/>
            </a:xfrm>
            <a:custGeom>
              <a:avLst/>
              <a:gdLst/>
              <a:ahLst/>
              <a:cxnLst/>
              <a:rect l="l" t="t" r="r" b="b"/>
              <a:pathLst>
                <a:path w="798829" h="523875">
                  <a:moveTo>
                    <a:pt x="358673" y="375183"/>
                  </a:moveTo>
                  <a:lnTo>
                    <a:pt x="349313" y="319963"/>
                  </a:lnTo>
                  <a:lnTo>
                    <a:pt x="321614" y="276707"/>
                  </a:lnTo>
                  <a:lnTo>
                    <a:pt x="274942" y="245579"/>
                  </a:lnTo>
                  <a:lnTo>
                    <a:pt x="208356" y="225386"/>
                  </a:lnTo>
                  <a:lnTo>
                    <a:pt x="166395" y="217068"/>
                  </a:lnTo>
                  <a:lnTo>
                    <a:pt x="140322" y="211467"/>
                  </a:lnTo>
                  <a:lnTo>
                    <a:pt x="101803" y="197662"/>
                  </a:lnTo>
                  <a:lnTo>
                    <a:pt x="74117" y="168173"/>
                  </a:lnTo>
                  <a:lnTo>
                    <a:pt x="69215" y="138696"/>
                  </a:lnTo>
                  <a:lnTo>
                    <a:pt x="71069" y="119989"/>
                  </a:lnTo>
                  <a:lnTo>
                    <a:pt x="99288" y="76974"/>
                  </a:lnTo>
                  <a:lnTo>
                    <a:pt x="136423" y="61036"/>
                  </a:lnTo>
                  <a:lnTo>
                    <a:pt x="186677" y="55486"/>
                  </a:lnTo>
                  <a:lnTo>
                    <a:pt x="202666" y="56108"/>
                  </a:lnTo>
                  <a:lnTo>
                    <a:pt x="253796" y="64503"/>
                  </a:lnTo>
                  <a:lnTo>
                    <a:pt x="308368" y="83515"/>
                  </a:lnTo>
                  <a:lnTo>
                    <a:pt x="327914" y="92240"/>
                  </a:lnTo>
                  <a:lnTo>
                    <a:pt x="327914" y="25666"/>
                  </a:lnTo>
                  <a:lnTo>
                    <a:pt x="289013" y="14389"/>
                  </a:lnTo>
                  <a:lnTo>
                    <a:pt x="251701" y="6248"/>
                  </a:lnTo>
                  <a:lnTo>
                    <a:pt x="196837" y="393"/>
                  </a:lnTo>
                  <a:lnTo>
                    <a:pt x="178981" y="0"/>
                  </a:lnTo>
                  <a:lnTo>
                    <a:pt x="139280" y="2463"/>
                  </a:lnTo>
                  <a:lnTo>
                    <a:pt x="73494" y="21945"/>
                  </a:lnTo>
                  <a:lnTo>
                    <a:pt x="26543" y="59893"/>
                  </a:lnTo>
                  <a:lnTo>
                    <a:pt x="2908" y="112661"/>
                  </a:lnTo>
                  <a:lnTo>
                    <a:pt x="0" y="144246"/>
                  </a:lnTo>
                  <a:lnTo>
                    <a:pt x="2108" y="171691"/>
                  </a:lnTo>
                  <a:lnTo>
                    <a:pt x="19177" y="216712"/>
                  </a:lnTo>
                  <a:lnTo>
                    <a:pt x="54203" y="249872"/>
                  </a:lnTo>
                  <a:lnTo>
                    <a:pt x="110070" y="273799"/>
                  </a:lnTo>
                  <a:lnTo>
                    <a:pt x="188074" y="290576"/>
                  </a:lnTo>
                  <a:lnTo>
                    <a:pt x="212458" y="296430"/>
                  </a:lnTo>
                  <a:lnTo>
                    <a:pt x="250215" y="312026"/>
                  </a:lnTo>
                  <a:lnTo>
                    <a:pt x="280885" y="346748"/>
                  </a:lnTo>
                  <a:lnTo>
                    <a:pt x="286651" y="380034"/>
                  </a:lnTo>
                  <a:lnTo>
                    <a:pt x="284581" y="400469"/>
                  </a:lnTo>
                  <a:lnTo>
                    <a:pt x="254495" y="445922"/>
                  </a:lnTo>
                  <a:lnTo>
                    <a:pt x="215607" y="463080"/>
                  </a:lnTo>
                  <a:lnTo>
                    <a:pt x="163601" y="468807"/>
                  </a:lnTo>
                  <a:lnTo>
                    <a:pt x="143675" y="468134"/>
                  </a:lnTo>
                  <a:lnTo>
                    <a:pt x="103822" y="462368"/>
                  </a:lnTo>
                  <a:lnTo>
                    <a:pt x="63842" y="450519"/>
                  </a:lnTo>
                  <a:lnTo>
                    <a:pt x="22948" y="432828"/>
                  </a:lnTo>
                  <a:lnTo>
                    <a:pt x="2095" y="421652"/>
                  </a:lnTo>
                  <a:lnTo>
                    <a:pt x="2095" y="492379"/>
                  </a:lnTo>
                  <a:lnTo>
                    <a:pt x="44577" y="506514"/>
                  </a:lnTo>
                  <a:lnTo>
                    <a:pt x="86004" y="515962"/>
                  </a:lnTo>
                  <a:lnTo>
                    <a:pt x="125857" y="521601"/>
                  </a:lnTo>
                  <a:lnTo>
                    <a:pt x="163601" y="523595"/>
                  </a:lnTo>
                  <a:lnTo>
                    <a:pt x="208445" y="521246"/>
                  </a:lnTo>
                  <a:lnTo>
                    <a:pt x="247586" y="514223"/>
                  </a:lnTo>
                  <a:lnTo>
                    <a:pt x="309029" y="486143"/>
                  </a:lnTo>
                  <a:lnTo>
                    <a:pt x="346176" y="439762"/>
                  </a:lnTo>
                  <a:lnTo>
                    <a:pt x="355536" y="409778"/>
                  </a:lnTo>
                  <a:lnTo>
                    <a:pt x="358673" y="375183"/>
                  </a:lnTo>
                  <a:close/>
                </a:path>
                <a:path w="798829" h="523875">
                  <a:moveTo>
                    <a:pt x="798449" y="352298"/>
                  </a:moveTo>
                  <a:lnTo>
                    <a:pt x="795578" y="314744"/>
                  </a:lnTo>
                  <a:lnTo>
                    <a:pt x="787082" y="281216"/>
                  </a:lnTo>
                  <a:lnTo>
                    <a:pt x="773074" y="251853"/>
                  </a:lnTo>
                  <a:lnTo>
                    <a:pt x="759587" y="234403"/>
                  </a:lnTo>
                  <a:lnTo>
                    <a:pt x="753694" y="226771"/>
                  </a:lnTo>
                  <a:lnTo>
                    <a:pt x="729576" y="206641"/>
                  </a:lnTo>
                  <a:lnTo>
                    <a:pt x="729221" y="206463"/>
                  </a:lnTo>
                  <a:lnTo>
                    <a:pt x="729221" y="352298"/>
                  </a:lnTo>
                  <a:lnTo>
                    <a:pt x="727519" y="378421"/>
                  </a:lnTo>
                  <a:lnTo>
                    <a:pt x="713879" y="421830"/>
                  </a:lnTo>
                  <a:lnTo>
                    <a:pt x="687146" y="452640"/>
                  </a:lnTo>
                  <a:lnTo>
                    <a:pt x="650443" y="468236"/>
                  </a:lnTo>
                  <a:lnTo>
                    <a:pt x="628548" y="470192"/>
                  </a:lnTo>
                  <a:lnTo>
                    <a:pt x="606653" y="468236"/>
                  </a:lnTo>
                  <a:lnTo>
                    <a:pt x="569950" y="452640"/>
                  </a:lnTo>
                  <a:lnTo>
                    <a:pt x="543204" y="421830"/>
                  </a:lnTo>
                  <a:lnTo>
                    <a:pt x="529564" y="378421"/>
                  </a:lnTo>
                  <a:lnTo>
                    <a:pt x="527862" y="352298"/>
                  </a:lnTo>
                  <a:lnTo>
                    <a:pt x="529564" y="326567"/>
                  </a:lnTo>
                  <a:lnTo>
                    <a:pt x="543204" y="283451"/>
                  </a:lnTo>
                  <a:lnTo>
                    <a:pt x="569950" y="252539"/>
                  </a:lnTo>
                  <a:lnTo>
                    <a:pt x="606653" y="236461"/>
                  </a:lnTo>
                  <a:lnTo>
                    <a:pt x="628548" y="234403"/>
                  </a:lnTo>
                  <a:lnTo>
                    <a:pt x="650443" y="236461"/>
                  </a:lnTo>
                  <a:lnTo>
                    <a:pt x="687146" y="252539"/>
                  </a:lnTo>
                  <a:lnTo>
                    <a:pt x="713879" y="283451"/>
                  </a:lnTo>
                  <a:lnTo>
                    <a:pt x="727519" y="326567"/>
                  </a:lnTo>
                  <a:lnTo>
                    <a:pt x="729221" y="352298"/>
                  </a:lnTo>
                  <a:lnTo>
                    <a:pt x="729221" y="206463"/>
                  </a:lnTo>
                  <a:lnTo>
                    <a:pt x="701344" y="192100"/>
                  </a:lnTo>
                  <a:lnTo>
                    <a:pt x="669036" y="183273"/>
                  </a:lnTo>
                  <a:lnTo>
                    <a:pt x="632739" y="180314"/>
                  </a:lnTo>
                  <a:lnTo>
                    <a:pt x="614781" y="181343"/>
                  </a:lnTo>
                  <a:lnTo>
                    <a:pt x="565619" y="196265"/>
                  </a:lnTo>
                  <a:lnTo>
                    <a:pt x="525894" y="227571"/>
                  </a:lnTo>
                  <a:lnTo>
                    <a:pt x="515277" y="241338"/>
                  </a:lnTo>
                  <a:lnTo>
                    <a:pt x="519455" y="198323"/>
                  </a:lnTo>
                  <a:lnTo>
                    <a:pt x="527697" y="160896"/>
                  </a:lnTo>
                  <a:lnTo>
                    <a:pt x="555828" y="103327"/>
                  </a:lnTo>
                  <a:lnTo>
                    <a:pt x="599884" y="68999"/>
                  </a:lnTo>
                  <a:lnTo>
                    <a:pt x="660704" y="57569"/>
                  </a:lnTo>
                  <a:lnTo>
                    <a:pt x="673417" y="57950"/>
                  </a:lnTo>
                  <a:lnTo>
                    <a:pt x="713143" y="63804"/>
                  </a:lnTo>
                  <a:lnTo>
                    <a:pt x="752462" y="76682"/>
                  </a:lnTo>
                  <a:lnTo>
                    <a:pt x="765581" y="82524"/>
                  </a:lnTo>
                  <a:lnTo>
                    <a:pt x="765581" y="57569"/>
                  </a:lnTo>
                  <a:lnTo>
                    <a:pt x="765581" y="20116"/>
                  </a:lnTo>
                  <a:lnTo>
                    <a:pt x="751154" y="15290"/>
                  </a:lnTo>
                  <a:lnTo>
                    <a:pt x="710349" y="4851"/>
                  </a:lnTo>
                  <a:lnTo>
                    <a:pt x="670623" y="368"/>
                  </a:lnTo>
                  <a:lnTo>
                    <a:pt x="657910" y="0"/>
                  </a:lnTo>
                  <a:lnTo>
                    <a:pt x="612051" y="4533"/>
                  </a:lnTo>
                  <a:lnTo>
                    <a:pt x="571042" y="18034"/>
                  </a:lnTo>
                  <a:lnTo>
                    <a:pt x="535012" y="40373"/>
                  </a:lnTo>
                  <a:lnTo>
                    <a:pt x="504101" y="71437"/>
                  </a:lnTo>
                  <a:lnTo>
                    <a:pt x="478917" y="109905"/>
                  </a:lnTo>
                  <a:lnTo>
                    <a:pt x="461010" y="154559"/>
                  </a:lnTo>
                  <a:lnTo>
                    <a:pt x="450392" y="204965"/>
                  </a:lnTo>
                  <a:lnTo>
                    <a:pt x="446760" y="262140"/>
                  </a:lnTo>
                  <a:lnTo>
                    <a:pt x="449656" y="322338"/>
                  </a:lnTo>
                  <a:lnTo>
                    <a:pt x="458393" y="374916"/>
                  </a:lnTo>
                  <a:lnTo>
                    <a:pt x="473011" y="419836"/>
                  </a:lnTo>
                  <a:lnTo>
                    <a:pt x="493610" y="457009"/>
                  </a:lnTo>
                  <a:lnTo>
                    <a:pt x="519417" y="486143"/>
                  </a:lnTo>
                  <a:lnTo>
                    <a:pt x="587006" y="519430"/>
                  </a:lnTo>
                  <a:lnTo>
                    <a:pt x="628548" y="523595"/>
                  </a:lnTo>
                  <a:lnTo>
                    <a:pt x="664972" y="520725"/>
                  </a:lnTo>
                  <a:lnTo>
                    <a:pt x="697674" y="512064"/>
                  </a:lnTo>
                  <a:lnTo>
                    <a:pt x="726567" y="497547"/>
                  </a:lnTo>
                  <a:lnTo>
                    <a:pt x="751598" y="477126"/>
                  </a:lnTo>
                  <a:lnTo>
                    <a:pt x="757148" y="470192"/>
                  </a:lnTo>
                  <a:lnTo>
                    <a:pt x="771893" y="451777"/>
                  </a:lnTo>
                  <a:lnTo>
                    <a:pt x="786561" y="422516"/>
                  </a:lnTo>
                  <a:lnTo>
                    <a:pt x="795451" y="389356"/>
                  </a:lnTo>
                  <a:lnTo>
                    <a:pt x="798449" y="3522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9494" y="6449388"/>
              <a:ext cx="6554605" cy="341354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8228" y="6550081"/>
              <a:ext cx="781685" cy="526415"/>
            </a:xfrm>
            <a:custGeom>
              <a:avLst/>
              <a:gdLst/>
              <a:ahLst/>
              <a:cxnLst/>
              <a:rect l="l" t="t" r="r" b="b"/>
              <a:pathLst>
                <a:path w="781685" h="526415">
                  <a:moveTo>
                    <a:pt x="358660" y="377050"/>
                  </a:moveTo>
                  <a:lnTo>
                    <a:pt x="349313" y="321551"/>
                  </a:lnTo>
                  <a:lnTo>
                    <a:pt x="321602" y="278079"/>
                  </a:lnTo>
                  <a:lnTo>
                    <a:pt x="274942" y="246811"/>
                  </a:lnTo>
                  <a:lnTo>
                    <a:pt x="208343" y="226504"/>
                  </a:lnTo>
                  <a:lnTo>
                    <a:pt x="166395" y="218147"/>
                  </a:lnTo>
                  <a:lnTo>
                    <a:pt x="140322" y="212509"/>
                  </a:lnTo>
                  <a:lnTo>
                    <a:pt x="101803" y="198640"/>
                  </a:lnTo>
                  <a:lnTo>
                    <a:pt x="74104" y="169011"/>
                  </a:lnTo>
                  <a:lnTo>
                    <a:pt x="69215" y="139395"/>
                  </a:lnTo>
                  <a:lnTo>
                    <a:pt x="71056" y="120586"/>
                  </a:lnTo>
                  <a:lnTo>
                    <a:pt x="99275" y="77368"/>
                  </a:lnTo>
                  <a:lnTo>
                    <a:pt x="136423" y="61341"/>
                  </a:lnTo>
                  <a:lnTo>
                    <a:pt x="186677" y="55765"/>
                  </a:lnTo>
                  <a:lnTo>
                    <a:pt x="202666" y="56388"/>
                  </a:lnTo>
                  <a:lnTo>
                    <a:pt x="253796" y="64820"/>
                  </a:lnTo>
                  <a:lnTo>
                    <a:pt x="308356" y="83934"/>
                  </a:lnTo>
                  <a:lnTo>
                    <a:pt x="327901" y="92697"/>
                  </a:lnTo>
                  <a:lnTo>
                    <a:pt x="327901" y="25793"/>
                  </a:lnTo>
                  <a:lnTo>
                    <a:pt x="289013" y="14465"/>
                  </a:lnTo>
                  <a:lnTo>
                    <a:pt x="251688" y="6273"/>
                  </a:lnTo>
                  <a:lnTo>
                    <a:pt x="196824" y="393"/>
                  </a:lnTo>
                  <a:lnTo>
                    <a:pt x="178981" y="0"/>
                  </a:lnTo>
                  <a:lnTo>
                    <a:pt x="139268" y="2476"/>
                  </a:lnTo>
                  <a:lnTo>
                    <a:pt x="73482" y="22059"/>
                  </a:lnTo>
                  <a:lnTo>
                    <a:pt x="26543" y="60198"/>
                  </a:lnTo>
                  <a:lnTo>
                    <a:pt x="2908" y="113220"/>
                  </a:lnTo>
                  <a:lnTo>
                    <a:pt x="0" y="144970"/>
                  </a:lnTo>
                  <a:lnTo>
                    <a:pt x="2108" y="172554"/>
                  </a:lnTo>
                  <a:lnTo>
                    <a:pt x="19164" y="217779"/>
                  </a:lnTo>
                  <a:lnTo>
                    <a:pt x="54190" y="251117"/>
                  </a:lnTo>
                  <a:lnTo>
                    <a:pt x="110058" y="275158"/>
                  </a:lnTo>
                  <a:lnTo>
                    <a:pt x="188074" y="292023"/>
                  </a:lnTo>
                  <a:lnTo>
                    <a:pt x="212458" y="297903"/>
                  </a:lnTo>
                  <a:lnTo>
                    <a:pt x="250202" y="313575"/>
                  </a:lnTo>
                  <a:lnTo>
                    <a:pt x="280885" y="348475"/>
                  </a:lnTo>
                  <a:lnTo>
                    <a:pt x="286651" y="381927"/>
                  </a:lnTo>
                  <a:lnTo>
                    <a:pt x="284568" y="402463"/>
                  </a:lnTo>
                  <a:lnTo>
                    <a:pt x="254495" y="448132"/>
                  </a:lnTo>
                  <a:lnTo>
                    <a:pt x="215595" y="465378"/>
                  </a:lnTo>
                  <a:lnTo>
                    <a:pt x="163601" y="471131"/>
                  </a:lnTo>
                  <a:lnTo>
                    <a:pt x="143675" y="470458"/>
                  </a:lnTo>
                  <a:lnTo>
                    <a:pt x="103822" y="464667"/>
                  </a:lnTo>
                  <a:lnTo>
                    <a:pt x="63842" y="452755"/>
                  </a:lnTo>
                  <a:lnTo>
                    <a:pt x="22936" y="434975"/>
                  </a:lnTo>
                  <a:lnTo>
                    <a:pt x="2095" y="423735"/>
                  </a:lnTo>
                  <a:lnTo>
                    <a:pt x="2095" y="494830"/>
                  </a:lnTo>
                  <a:lnTo>
                    <a:pt x="44564" y="509028"/>
                  </a:lnTo>
                  <a:lnTo>
                    <a:pt x="85991" y="518528"/>
                  </a:lnTo>
                  <a:lnTo>
                    <a:pt x="125844" y="524179"/>
                  </a:lnTo>
                  <a:lnTo>
                    <a:pt x="163601" y="526186"/>
                  </a:lnTo>
                  <a:lnTo>
                    <a:pt x="208445" y="523836"/>
                  </a:lnTo>
                  <a:lnTo>
                    <a:pt x="247586" y="516775"/>
                  </a:lnTo>
                  <a:lnTo>
                    <a:pt x="309029" y="488556"/>
                  </a:lnTo>
                  <a:lnTo>
                    <a:pt x="346163" y="441947"/>
                  </a:lnTo>
                  <a:lnTo>
                    <a:pt x="355523" y="411810"/>
                  </a:lnTo>
                  <a:lnTo>
                    <a:pt x="358660" y="377050"/>
                  </a:lnTo>
                  <a:close/>
                </a:path>
                <a:path w="781685" h="526415">
                  <a:moveTo>
                    <a:pt x="781659" y="354050"/>
                  </a:moveTo>
                  <a:lnTo>
                    <a:pt x="769073" y="282867"/>
                  </a:lnTo>
                  <a:lnTo>
                    <a:pt x="731316" y="227901"/>
                  </a:lnTo>
                  <a:lnTo>
                    <a:pt x="672503" y="193052"/>
                  </a:lnTo>
                  <a:lnTo>
                    <a:pt x="596379" y="181203"/>
                  </a:lnTo>
                  <a:lnTo>
                    <a:pt x="588924" y="181444"/>
                  </a:lnTo>
                  <a:lnTo>
                    <a:pt x="543699" y="189191"/>
                  </a:lnTo>
                  <a:lnTo>
                    <a:pt x="536244" y="191655"/>
                  </a:lnTo>
                  <a:lnTo>
                    <a:pt x="536244" y="66916"/>
                  </a:lnTo>
                  <a:lnTo>
                    <a:pt x="743902" y="66916"/>
                  </a:lnTo>
                  <a:lnTo>
                    <a:pt x="743902" y="9067"/>
                  </a:lnTo>
                  <a:lnTo>
                    <a:pt x="473329" y="9067"/>
                  </a:lnTo>
                  <a:lnTo>
                    <a:pt x="473329" y="264147"/>
                  </a:lnTo>
                  <a:lnTo>
                    <a:pt x="487476" y="258267"/>
                  </a:lnTo>
                  <a:lnTo>
                    <a:pt x="501548" y="253161"/>
                  </a:lnTo>
                  <a:lnTo>
                    <a:pt x="543001" y="242582"/>
                  </a:lnTo>
                  <a:lnTo>
                    <a:pt x="584492" y="239052"/>
                  </a:lnTo>
                  <a:lnTo>
                    <a:pt x="612406" y="241007"/>
                  </a:lnTo>
                  <a:lnTo>
                    <a:pt x="659307" y="256692"/>
                  </a:lnTo>
                  <a:lnTo>
                    <a:pt x="692975" y="287401"/>
                  </a:lnTo>
                  <a:lnTo>
                    <a:pt x="710234" y="329222"/>
                  </a:lnTo>
                  <a:lnTo>
                    <a:pt x="712444" y="354050"/>
                  </a:lnTo>
                  <a:lnTo>
                    <a:pt x="710234" y="379272"/>
                  </a:lnTo>
                  <a:lnTo>
                    <a:pt x="692975" y="421373"/>
                  </a:lnTo>
                  <a:lnTo>
                    <a:pt x="659307" y="451993"/>
                  </a:lnTo>
                  <a:lnTo>
                    <a:pt x="612406" y="467194"/>
                  </a:lnTo>
                  <a:lnTo>
                    <a:pt x="584492" y="469036"/>
                  </a:lnTo>
                  <a:lnTo>
                    <a:pt x="566407" y="468630"/>
                  </a:lnTo>
                  <a:lnTo>
                    <a:pt x="515277" y="461378"/>
                  </a:lnTo>
                  <a:lnTo>
                    <a:pt x="467004" y="444119"/>
                  </a:lnTo>
                  <a:lnTo>
                    <a:pt x="451650" y="436283"/>
                  </a:lnTo>
                  <a:lnTo>
                    <a:pt x="451650" y="505282"/>
                  </a:lnTo>
                  <a:lnTo>
                    <a:pt x="503364" y="518414"/>
                  </a:lnTo>
                  <a:lnTo>
                    <a:pt x="553288" y="524789"/>
                  </a:lnTo>
                  <a:lnTo>
                    <a:pt x="585889" y="526186"/>
                  </a:lnTo>
                  <a:lnTo>
                    <a:pt x="629539" y="523430"/>
                  </a:lnTo>
                  <a:lnTo>
                    <a:pt x="668134" y="515124"/>
                  </a:lnTo>
                  <a:lnTo>
                    <a:pt x="729919" y="481584"/>
                  </a:lnTo>
                  <a:lnTo>
                    <a:pt x="768629" y="427228"/>
                  </a:lnTo>
                  <a:lnTo>
                    <a:pt x="778383" y="392988"/>
                  </a:lnTo>
                  <a:lnTo>
                    <a:pt x="781659" y="354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19494" y="1928065"/>
            <a:ext cx="19601815" cy="3583304"/>
            <a:chOff x="419494" y="1928065"/>
            <a:chExt cx="19601815" cy="3583304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66552" y="1928065"/>
              <a:ext cx="6554605" cy="329291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6345282" y="1960390"/>
              <a:ext cx="786765" cy="528955"/>
            </a:xfrm>
            <a:custGeom>
              <a:avLst/>
              <a:gdLst/>
              <a:ahLst/>
              <a:cxnLst/>
              <a:rect l="l" t="t" r="r" b="b"/>
              <a:pathLst>
                <a:path w="786765" h="528955">
                  <a:moveTo>
                    <a:pt x="358660" y="378929"/>
                  </a:moveTo>
                  <a:lnTo>
                    <a:pt x="349313" y="323151"/>
                  </a:lnTo>
                  <a:lnTo>
                    <a:pt x="321614" y="279463"/>
                  </a:lnTo>
                  <a:lnTo>
                    <a:pt x="274942" y="248031"/>
                  </a:lnTo>
                  <a:lnTo>
                    <a:pt x="208343" y="227634"/>
                  </a:lnTo>
                  <a:lnTo>
                    <a:pt x="166395" y="219227"/>
                  </a:lnTo>
                  <a:lnTo>
                    <a:pt x="140322" y="213575"/>
                  </a:lnTo>
                  <a:lnTo>
                    <a:pt x="101803" y="199631"/>
                  </a:lnTo>
                  <a:lnTo>
                    <a:pt x="74117" y="169849"/>
                  </a:lnTo>
                  <a:lnTo>
                    <a:pt x="69215" y="140081"/>
                  </a:lnTo>
                  <a:lnTo>
                    <a:pt x="71069" y="121183"/>
                  </a:lnTo>
                  <a:lnTo>
                    <a:pt x="99275" y="77749"/>
                  </a:lnTo>
                  <a:lnTo>
                    <a:pt x="136423" y="61633"/>
                  </a:lnTo>
                  <a:lnTo>
                    <a:pt x="186664" y="56032"/>
                  </a:lnTo>
                  <a:lnTo>
                    <a:pt x="202666" y="56667"/>
                  </a:lnTo>
                  <a:lnTo>
                    <a:pt x="253784" y="65138"/>
                  </a:lnTo>
                  <a:lnTo>
                    <a:pt x="308356" y="84340"/>
                  </a:lnTo>
                  <a:lnTo>
                    <a:pt x="327901" y="93154"/>
                  </a:lnTo>
                  <a:lnTo>
                    <a:pt x="327901" y="25908"/>
                  </a:lnTo>
                  <a:lnTo>
                    <a:pt x="289013" y="14528"/>
                  </a:lnTo>
                  <a:lnTo>
                    <a:pt x="251688" y="6299"/>
                  </a:lnTo>
                  <a:lnTo>
                    <a:pt x="196837" y="393"/>
                  </a:lnTo>
                  <a:lnTo>
                    <a:pt x="178981" y="0"/>
                  </a:lnTo>
                  <a:lnTo>
                    <a:pt x="139268" y="2476"/>
                  </a:lnTo>
                  <a:lnTo>
                    <a:pt x="73482" y="22161"/>
                  </a:lnTo>
                  <a:lnTo>
                    <a:pt x="26543" y="60490"/>
                  </a:lnTo>
                  <a:lnTo>
                    <a:pt x="2895" y="113779"/>
                  </a:lnTo>
                  <a:lnTo>
                    <a:pt x="0" y="145681"/>
                  </a:lnTo>
                  <a:lnTo>
                    <a:pt x="2108" y="173405"/>
                  </a:lnTo>
                  <a:lnTo>
                    <a:pt x="19177" y="218871"/>
                  </a:lnTo>
                  <a:lnTo>
                    <a:pt x="54190" y="252374"/>
                  </a:lnTo>
                  <a:lnTo>
                    <a:pt x="110058" y="276529"/>
                  </a:lnTo>
                  <a:lnTo>
                    <a:pt x="188074" y="293471"/>
                  </a:lnTo>
                  <a:lnTo>
                    <a:pt x="212458" y="299389"/>
                  </a:lnTo>
                  <a:lnTo>
                    <a:pt x="250202" y="315150"/>
                  </a:lnTo>
                  <a:lnTo>
                    <a:pt x="280885" y="350215"/>
                  </a:lnTo>
                  <a:lnTo>
                    <a:pt x="286651" y="383832"/>
                  </a:lnTo>
                  <a:lnTo>
                    <a:pt x="284581" y="404469"/>
                  </a:lnTo>
                  <a:lnTo>
                    <a:pt x="254495" y="450367"/>
                  </a:lnTo>
                  <a:lnTo>
                    <a:pt x="215595" y="467702"/>
                  </a:lnTo>
                  <a:lnTo>
                    <a:pt x="163601" y="473481"/>
                  </a:lnTo>
                  <a:lnTo>
                    <a:pt x="143675" y="472808"/>
                  </a:lnTo>
                  <a:lnTo>
                    <a:pt x="103822" y="466991"/>
                  </a:lnTo>
                  <a:lnTo>
                    <a:pt x="63842" y="455015"/>
                  </a:lnTo>
                  <a:lnTo>
                    <a:pt x="22936" y="437146"/>
                  </a:lnTo>
                  <a:lnTo>
                    <a:pt x="2095" y="425856"/>
                  </a:lnTo>
                  <a:lnTo>
                    <a:pt x="2095" y="497306"/>
                  </a:lnTo>
                  <a:lnTo>
                    <a:pt x="44564" y="511568"/>
                  </a:lnTo>
                  <a:lnTo>
                    <a:pt x="85991" y="521119"/>
                  </a:lnTo>
                  <a:lnTo>
                    <a:pt x="125844" y="526808"/>
                  </a:lnTo>
                  <a:lnTo>
                    <a:pt x="163601" y="528815"/>
                  </a:lnTo>
                  <a:lnTo>
                    <a:pt x="208445" y="526453"/>
                  </a:lnTo>
                  <a:lnTo>
                    <a:pt x="247586" y="519366"/>
                  </a:lnTo>
                  <a:lnTo>
                    <a:pt x="309029" y="490994"/>
                  </a:lnTo>
                  <a:lnTo>
                    <a:pt x="346163" y="444157"/>
                  </a:lnTo>
                  <a:lnTo>
                    <a:pt x="355536" y="413880"/>
                  </a:lnTo>
                  <a:lnTo>
                    <a:pt x="358660" y="378929"/>
                  </a:lnTo>
                  <a:close/>
                </a:path>
                <a:path w="786765" h="528955">
                  <a:moveTo>
                    <a:pt x="786549" y="371221"/>
                  </a:moveTo>
                  <a:lnTo>
                    <a:pt x="779386" y="326224"/>
                  </a:lnTo>
                  <a:lnTo>
                    <a:pt x="758583" y="288569"/>
                  </a:lnTo>
                  <a:lnTo>
                    <a:pt x="725639" y="260731"/>
                  </a:lnTo>
                  <a:lnTo>
                    <a:pt x="681685" y="244449"/>
                  </a:lnTo>
                  <a:lnTo>
                    <a:pt x="702513" y="237896"/>
                  </a:lnTo>
                  <a:lnTo>
                    <a:pt x="736828" y="217462"/>
                  </a:lnTo>
                  <a:lnTo>
                    <a:pt x="768464" y="171246"/>
                  </a:lnTo>
                  <a:lnTo>
                    <a:pt x="774661" y="132372"/>
                  </a:lnTo>
                  <a:lnTo>
                    <a:pt x="771779" y="103479"/>
                  </a:lnTo>
                  <a:lnTo>
                    <a:pt x="748703" y="55156"/>
                  </a:lnTo>
                  <a:lnTo>
                    <a:pt x="703478" y="20091"/>
                  </a:lnTo>
                  <a:lnTo>
                    <a:pt x="641604" y="2235"/>
                  </a:lnTo>
                  <a:lnTo>
                    <a:pt x="604774" y="0"/>
                  </a:lnTo>
                  <a:lnTo>
                    <a:pt x="588911" y="381"/>
                  </a:lnTo>
                  <a:lnTo>
                    <a:pt x="539750" y="5600"/>
                  </a:lnTo>
                  <a:lnTo>
                    <a:pt x="485470" y="16725"/>
                  </a:lnTo>
                  <a:lnTo>
                    <a:pt x="466331" y="21704"/>
                  </a:lnTo>
                  <a:lnTo>
                    <a:pt x="466331" y="83350"/>
                  </a:lnTo>
                  <a:lnTo>
                    <a:pt x="485343" y="77431"/>
                  </a:lnTo>
                  <a:lnTo>
                    <a:pt x="503567" y="72313"/>
                  </a:lnTo>
                  <a:lnTo>
                    <a:pt x="553643" y="61671"/>
                  </a:lnTo>
                  <a:lnTo>
                    <a:pt x="598474" y="58127"/>
                  </a:lnTo>
                  <a:lnTo>
                    <a:pt x="622731" y="59448"/>
                  </a:lnTo>
                  <a:lnTo>
                    <a:pt x="662584" y="69951"/>
                  </a:lnTo>
                  <a:lnTo>
                    <a:pt x="698982" y="104800"/>
                  </a:lnTo>
                  <a:lnTo>
                    <a:pt x="706158" y="139382"/>
                  </a:lnTo>
                  <a:lnTo>
                    <a:pt x="704443" y="157632"/>
                  </a:lnTo>
                  <a:lnTo>
                    <a:pt x="678891" y="198221"/>
                  </a:lnTo>
                  <a:lnTo>
                    <a:pt x="625005" y="217322"/>
                  </a:lnTo>
                  <a:lnTo>
                    <a:pt x="601281" y="218528"/>
                  </a:lnTo>
                  <a:lnTo>
                    <a:pt x="539051" y="218528"/>
                  </a:lnTo>
                  <a:lnTo>
                    <a:pt x="539051" y="275259"/>
                  </a:lnTo>
                  <a:lnTo>
                    <a:pt x="598474" y="275259"/>
                  </a:lnTo>
                  <a:lnTo>
                    <a:pt x="625221" y="276948"/>
                  </a:lnTo>
                  <a:lnTo>
                    <a:pt x="669264" y="290042"/>
                  </a:lnTo>
                  <a:lnTo>
                    <a:pt x="700341" y="315074"/>
                  </a:lnTo>
                  <a:lnTo>
                    <a:pt x="716064" y="350227"/>
                  </a:lnTo>
                  <a:lnTo>
                    <a:pt x="718032" y="371221"/>
                  </a:lnTo>
                  <a:lnTo>
                    <a:pt x="715835" y="394462"/>
                  </a:lnTo>
                  <a:lnTo>
                    <a:pt x="698563" y="432003"/>
                  </a:lnTo>
                  <a:lnTo>
                    <a:pt x="665022" y="457200"/>
                  </a:lnTo>
                  <a:lnTo>
                    <a:pt x="615734" y="469811"/>
                  </a:lnTo>
                  <a:lnTo>
                    <a:pt x="585190" y="471385"/>
                  </a:lnTo>
                  <a:lnTo>
                    <a:pt x="566572" y="470865"/>
                  </a:lnTo>
                  <a:lnTo>
                    <a:pt x="513880" y="462978"/>
                  </a:lnTo>
                  <a:lnTo>
                    <a:pt x="465505" y="445643"/>
                  </a:lnTo>
                  <a:lnTo>
                    <a:pt x="450951" y="437769"/>
                  </a:lnTo>
                  <a:lnTo>
                    <a:pt x="450951" y="504304"/>
                  </a:lnTo>
                  <a:lnTo>
                    <a:pt x="503847" y="519379"/>
                  </a:lnTo>
                  <a:lnTo>
                    <a:pt x="554342" y="527240"/>
                  </a:lnTo>
                  <a:lnTo>
                    <a:pt x="587286" y="528815"/>
                  </a:lnTo>
                  <a:lnTo>
                    <a:pt x="632269" y="526313"/>
                  </a:lnTo>
                  <a:lnTo>
                    <a:pt x="671804" y="518756"/>
                  </a:lnTo>
                  <a:lnTo>
                    <a:pt x="734809" y="488200"/>
                  </a:lnTo>
                  <a:lnTo>
                    <a:pt x="773531" y="438378"/>
                  </a:lnTo>
                  <a:lnTo>
                    <a:pt x="783285" y="406933"/>
                  </a:lnTo>
                  <a:lnTo>
                    <a:pt x="786549" y="3712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03067" y="2181957"/>
              <a:ext cx="6554605" cy="274777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781794" y="1941124"/>
              <a:ext cx="772795" cy="529590"/>
            </a:xfrm>
            <a:custGeom>
              <a:avLst/>
              <a:gdLst/>
              <a:ahLst/>
              <a:cxnLst/>
              <a:rect l="l" t="t" r="r" b="b"/>
              <a:pathLst>
                <a:path w="772795" h="529589">
                  <a:moveTo>
                    <a:pt x="358673" y="379069"/>
                  </a:moveTo>
                  <a:lnTo>
                    <a:pt x="349313" y="323278"/>
                  </a:lnTo>
                  <a:lnTo>
                    <a:pt x="321614" y="279577"/>
                  </a:lnTo>
                  <a:lnTo>
                    <a:pt x="274942" y="248132"/>
                  </a:lnTo>
                  <a:lnTo>
                    <a:pt x="208356" y="227723"/>
                  </a:lnTo>
                  <a:lnTo>
                    <a:pt x="166395" y="219316"/>
                  </a:lnTo>
                  <a:lnTo>
                    <a:pt x="140322" y="213652"/>
                  </a:lnTo>
                  <a:lnTo>
                    <a:pt x="101803" y="199707"/>
                  </a:lnTo>
                  <a:lnTo>
                    <a:pt x="74117" y="169913"/>
                  </a:lnTo>
                  <a:lnTo>
                    <a:pt x="69215" y="140144"/>
                  </a:lnTo>
                  <a:lnTo>
                    <a:pt x="71069" y="121234"/>
                  </a:lnTo>
                  <a:lnTo>
                    <a:pt x="99288" y="77774"/>
                  </a:lnTo>
                  <a:lnTo>
                    <a:pt x="136423" y="61658"/>
                  </a:lnTo>
                  <a:lnTo>
                    <a:pt x="186677" y="56057"/>
                  </a:lnTo>
                  <a:lnTo>
                    <a:pt x="202666" y="56692"/>
                  </a:lnTo>
                  <a:lnTo>
                    <a:pt x="253796" y="65163"/>
                  </a:lnTo>
                  <a:lnTo>
                    <a:pt x="308368" y="84378"/>
                  </a:lnTo>
                  <a:lnTo>
                    <a:pt x="327914" y="93192"/>
                  </a:lnTo>
                  <a:lnTo>
                    <a:pt x="327914" y="25933"/>
                  </a:lnTo>
                  <a:lnTo>
                    <a:pt x="289013" y="14541"/>
                  </a:lnTo>
                  <a:lnTo>
                    <a:pt x="251701" y="6311"/>
                  </a:lnTo>
                  <a:lnTo>
                    <a:pt x="196837" y="393"/>
                  </a:lnTo>
                  <a:lnTo>
                    <a:pt x="178981" y="0"/>
                  </a:lnTo>
                  <a:lnTo>
                    <a:pt x="139280" y="2489"/>
                  </a:lnTo>
                  <a:lnTo>
                    <a:pt x="73494" y="22174"/>
                  </a:lnTo>
                  <a:lnTo>
                    <a:pt x="26543" y="60515"/>
                  </a:lnTo>
                  <a:lnTo>
                    <a:pt x="2908" y="113830"/>
                  </a:lnTo>
                  <a:lnTo>
                    <a:pt x="0" y="145745"/>
                  </a:lnTo>
                  <a:lnTo>
                    <a:pt x="2108" y="173482"/>
                  </a:lnTo>
                  <a:lnTo>
                    <a:pt x="19177" y="218960"/>
                  </a:lnTo>
                  <a:lnTo>
                    <a:pt x="54203" y="252463"/>
                  </a:lnTo>
                  <a:lnTo>
                    <a:pt x="110070" y="276644"/>
                  </a:lnTo>
                  <a:lnTo>
                    <a:pt x="188074" y="293585"/>
                  </a:lnTo>
                  <a:lnTo>
                    <a:pt x="212458" y="299504"/>
                  </a:lnTo>
                  <a:lnTo>
                    <a:pt x="250215" y="315264"/>
                  </a:lnTo>
                  <a:lnTo>
                    <a:pt x="280885" y="350342"/>
                  </a:lnTo>
                  <a:lnTo>
                    <a:pt x="286651" y="383971"/>
                  </a:lnTo>
                  <a:lnTo>
                    <a:pt x="284581" y="404622"/>
                  </a:lnTo>
                  <a:lnTo>
                    <a:pt x="254495" y="450545"/>
                  </a:lnTo>
                  <a:lnTo>
                    <a:pt x="215607" y="467880"/>
                  </a:lnTo>
                  <a:lnTo>
                    <a:pt x="163601" y="473659"/>
                  </a:lnTo>
                  <a:lnTo>
                    <a:pt x="143675" y="472986"/>
                  </a:lnTo>
                  <a:lnTo>
                    <a:pt x="103822" y="467156"/>
                  </a:lnTo>
                  <a:lnTo>
                    <a:pt x="63842" y="455180"/>
                  </a:lnTo>
                  <a:lnTo>
                    <a:pt x="22948" y="437311"/>
                  </a:lnTo>
                  <a:lnTo>
                    <a:pt x="2095" y="426021"/>
                  </a:lnTo>
                  <a:lnTo>
                    <a:pt x="2095" y="497484"/>
                  </a:lnTo>
                  <a:lnTo>
                    <a:pt x="44577" y="511759"/>
                  </a:lnTo>
                  <a:lnTo>
                    <a:pt x="86004" y="521309"/>
                  </a:lnTo>
                  <a:lnTo>
                    <a:pt x="125857" y="526999"/>
                  </a:lnTo>
                  <a:lnTo>
                    <a:pt x="163601" y="529018"/>
                  </a:lnTo>
                  <a:lnTo>
                    <a:pt x="208445" y="526656"/>
                  </a:lnTo>
                  <a:lnTo>
                    <a:pt x="247586" y="519557"/>
                  </a:lnTo>
                  <a:lnTo>
                    <a:pt x="309029" y="491185"/>
                  </a:lnTo>
                  <a:lnTo>
                    <a:pt x="346176" y="444322"/>
                  </a:lnTo>
                  <a:lnTo>
                    <a:pt x="355536" y="414032"/>
                  </a:lnTo>
                  <a:lnTo>
                    <a:pt x="358673" y="379069"/>
                  </a:lnTo>
                  <a:close/>
                </a:path>
                <a:path w="772795" h="529589">
                  <a:moveTo>
                    <a:pt x="772566" y="461746"/>
                  </a:moveTo>
                  <a:lnTo>
                    <a:pt x="532066" y="461746"/>
                  </a:lnTo>
                  <a:lnTo>
                    <a:pt x="697420" y="291401"/>
                  </a:lnTo>
                  <a:lnTo>
                    <a:pt x="708685" y="279361"/>
                  </a:lnTo>
                  <a:lnTo>
                    <a:pt x="741553" y="236220"/>
                  </a:lnTo>
                  <a:lnTo>
                    <a:pt x="762990" y="191262"/>
                  </a:lnTo>
                  <a:lnTo>
                    <a:pt x="769772" y="145745"/>
                  </a:lnTo>
                  <a:lnTo>
                    <a:pt x="766775" y="114338"/>
                  </a:lnTo>
                  <a:lnTo>
                    <a:pt x="742937" y="61493"/>
                  </a:lnTo>
                  <a:lnTo>
                    <a:pt x="696671" y="22466"/>
                  </a:lnTo>
                  <a:lnTo>
                    <a:pt x="633742" y="2501"/>
                  </a:lnTo>
                  <a:lnTo>
                    <a:pt x="596379" y="0"/>
                  </a:lnTo>
                  <a:lnTo>
                    <a:pt x="580796" y="533"/>
                  </a:lnTo>
                  <a:lnTo>
                    <a:pt x="529958" y="8407"/>
                  </a:lnTo>
                  <a:lnTo>
                    <a:pt x="492734" y="18923"/>
                  </a:lnTo>
                  <a:lnTo>
                    <a:pt x="452361" y="33629"/>
                  </a:lnTo>
                  <a:lnTo>
                    <a:pt x="452361" y="103708"/>
                  </a:lnTo>
                  <a:lnTo>
                    <a:pt x="472528" y="92913"/>
                  </a:lnTo>
                  <a:lnTo>
                    <a:pt x="492125" y="83642"/>
                  </a:lnTo>
                  <a:lnTo>
                    <a:pt x="529259" y="69367"/>
                  </a:lnTo>
                  <a:lnTo>
                    <a:pt x="581279" y="58928"/>
                  </a:lnTo>
                  <a:lnTo>
                    <a:pt x="597776" y="58153"/>
                  </a:lnTo>
                  <a:lnTo>
                    <a:pt x="619683" y="59842"/>
                  </a:lnTo>
                  <a:lnTo>
                    <a:pt x="656678" y="72936"/>
                  </a:lnTo>
                  <a:lnTo>
                    <a:pt x="693305" y="113334"/>
                  </a:lnTo>
                  <a:lnTo>
                    <a:pt x="700557" y="149948"/>
                  </a:lnTo>
                  <a:lnTo>
                    <a:pt x="699668" y="162674"/>
                  </a:lnTo>
                  <a:lnTo>
                    <a:pt x="687273" y="201104"/>
                  </a:lnTo>
                  <a:lnTo>
                    <a:pt x="656602" y="246418"/>
                  </a:lnTo>
                  <a:lnTo>
                    <a:pt x="629081" y="277164"/>
                  </a:lnTo>
                  <a:lnTo>
                    <a:pt x="448856" y="461746"/>
                  </a:lnTo>
                  <a:lnTo>
                    <a:pt x="448856" y="519912"/>
                  </a:lnTo>
                  <a:lnTo>
                    <a:pt x="772566" y="519912"/>
                  </a:lnTo>
                  <a:lnTo>
                    <a:pt x="772566" y="461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9494" y="1929306"/>
              <a:ext cx="6554605" cy="358151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298228" y="2101157"/>
              <a:ext cx="778510" cy="530860"/>
            </a:xfrm>
            <a:custGeom>
              <a:avLst/>
              <a:gdLst/>
              <a:ahLst/>
              <a:cxnLst/>
              <a:rect l="l" t="t" r="r" b="b"/>
              <a:pathLst>
                <a:path w="778510" h="530860">
                  <a:moveTo>
                    <a:pt x="358660" y="380060"/>
                  </a:moveTo>
                  <a:lnTo>
                    <a:pt x="349313" y="324116"/>
                  </a:lnTo>
                  <a:lnTo>
                    <a:pt x="321602" y="280301"/>
                  </a:lnTo>
                  <a:lnTo>
                    <a:pt x="274942" y="248780"/>
                  </a:lnTo>
                  <a:lnTo>
                    <a:pt x="208343" y="228320"/>
                  </a:lnTo>
                  <a:lnTo>
                    <a:pt x="166395" y="219887"/>
                  </a:lnTo>
                  <a:lnTo>
                    <a:pt x="140322" y="214210"/>
                  </a:lnTo>
                  <a:lnTo>
                    <a:pt x="101803" y="200228"/>
                  </a:lnTo>
                  <a:lnTo>
                    <a:pt x="74104" y="170357"/>
                  </a:lnTo>
                  <a:lnTo>
                    <a:pt x="69215" y="140500"/>
                  </a:lnTo>
                  <a:lnTo>
                    <a:pt x="71056" y="121551"/>
                  </a:lnTo>
                  <a:lnTo>
                    <a:pt x="99275" y="77978"/>
                  </a:lnTo>
                  <a:lnTo>
                    <a:pt x="136423" y="61823"/>
                  </a:lnTo>
                  <a:lnTo>
                    <a:pt x="186677" y="56197"/>
                  </a:lnTo>
                  <a:lnTo>
                    <a:pt x="202666" y="56845"/>
                  </a:lnTo>
                  <a:lnTo>
                    <a:pt x="253796" y="65341"/>
                  </a:lnTo>
                  <a:lnTo>
                    <a:pt x="308356" y="84594"/>
                  </a:lnTo>
                  <a:lnTo>
                    <a:pt x="327901" y="93433"/>
                  </a:lnTo>
                  <a:lnTo>
                    <a:pt x="327901" y="25996"/>
                  </a:lnTo>
                  <a:lnTo>
                    <a:pt x="289013" y="14579"/>
                  </a:lnTo>
                  <a:lnTo>
                    <a:pt x="251688" y="6324"/>
                  </a:lnTo>
                  <a:lnTo>
                    <a:pt x="196824" y="393"/>
                  </a:lnTo>
                  <a:lnTo>
                    <a:pt x="178981" y="0"/>
                  </a:lnTo>
                  <a:lnTo>
                    <a:pt x="139268" y="2489"/>
                  </a:lnTo>
                  <a:lnTo>
                    <a:pt x="73482" y="22225"/>
                  </a:lnTo>
                  <a:lnTo>
                    <a:pt x="26543" y="60667"/>
                  </a:lnTo>
                  <a:lnTo>
                    <a:pt x="2908" y="114122"/>
                  </a:lnTo>
                  <a:lnTo>
                    <a:pt x="0" y="146126"/>
                  </a:lnTo>
                  <a:lnTo>
                    <a:pt x="2108" y="173926"/>
                  </a:lnTo>
                  <a:lnTo>
                    <a:pt x="19164" y="219519"/>
                  </a:lnTo>
                  <a:lnTo>
                    <a:pt x="54190" y="253123"/>
                  </a:lnTo>
                  <a:lnTo>
                    <a:pt x="110058" y="277355"/>
                  </a:lnTo>
                  <a:lnTo>
                    <a:pt x="188074" y="294347"/>
                  </a:lnTo>
                  <a:lnTo>
                    <a:pt x="212458" y="300278"/>
                  </a:lnTo>
                  <a:lnTo>
                    <a:pt x="250202" y="316077"/>
                  </a:lnTo>
                  <a:lnTo>
                    <a:pt x="280885" y="351256"/>
                  </a:lnTo>
                  <a:lnTo>
                    <a:pt x="286651" y="384975"/>
                  </a:lnTo>
                  <a:lnTo>
                    <a:pt x="284568" y="405676"/>
                  </a:lnTo>
                  <a:lnTo>
                    <a:pt x="254495" y="451713"/>
                  </a:lnTo>
                  <a:lnTo>
                    <a:pt x="215595" y="469099"/>
                  </a:lnTo>
                  <a:lnTo>
                    <a:pt x="163601" y="474891"/>
                  </a:lnTo>
                  <a:lnTo>
                    <a:pt x="143675" y="474205"/>
                  </a:lnTo>
                  <a:lnTo>
                    <a:pt x="103822" y="468376"/>
                  </a:lnTo>
                  <a:lnTo>
                    <a:pt x="63842" y="456361"/>
                  </a:lnTo>
                  <a:lnTo>
                    <a:pt x="22936" y="438454"/>
                  </a:lnTo>
                  <a:lnTo>
                    <a:pt x="2095" y="427126"/>
                  </a:lnTo>
                  <a:lnTo>
                    <a:pt x="2095" y="498779"/>
                  </a:lnTo>
                  <a:lnTo>
                    <a:pt x="44564" y="513092"/>
                  </a:lnTo>
                  <a:lnTo>
                    <a:pt x="85991" y="522655"/>
                  </a:lnTo>
                  <a:lnTo>
                    <a:pt x="125844" y="528370"/>
                  </a:lnTo>
                  <a:lnTo>
                    <a:pt x="163601" y="530390"/>
                  </a:lnTo>
                  <a:lnTo>
                    <a:pt x="208445" y="528015"/>
                  </a:lnTo>
                  <a:lnTo>
                    <a:pt x="247586" y="520903"/>
                  </a:lnTo>
                  <a:lnTo>
                    <a:pt x="309029" y="492455"/>
                  </a:lnTo>
                  <a:lnTo>
                    <a:pt x="346163" y="445477"/>
                  </a:lnTo>
                  <a:lnTo>
                    <a:pt x="355523" y="415099"/>
                  </a:lnTo>
                  <a:lnTo>
                    <a:pt x="358660" y="380060"/>
                  </a:lnTo>
                  <a:close/>
                </a:path>
                <a:path w="778510" h="530860">
                  <a:moveTo>
                    <a:pt x="778154" y="462953"/>
                  </a:moveTo>
                  <a:lnTo>
                    <a:pt x="665594" y="462953"/>
                  </a:lnTo>
                  <a:lnTo>
                    <a:pt x="665594" y="9131"/>
                  </a:lnTo>
                  <a:lnTo>
                    <a:pt x="596379" y="9131"/>
                  </a:lnTo>
                  <a:lnTo>
                    <a:pt x="474726" y="33718"/>
                  </a:lnTo>
                  <a:lnTo>
                    <a:pt x="474726" y="96951"/>
                  </a:lnTo>
                  <a:lnTo>
                    <a:pt x="597077" y="72364"/>
                  </a:lnTo>
                  <a:lnTo>
                    <a:pt x="597077" y="462953"/>
                  </a:lnTo>
                  <a:lnTo>
                    <a:pt x="484517" y="462953"/>
                  </a:lnTo>
                  <a:lnTo>
                    <a:pt x="484517" y="521258"/>
                  </a:lnTo>
                  <a:lnTo>
                    <a:pt x="778154" y="521258"/>
                  </a:lnTo>
                  <a:lnTo>
                    <a:pt x="778154" y="462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pic>
        <p:nvPicPr>
          <p:cNvPr id="21" name="object 6">
            <a:extLst>
              <a:ext uri="{FF2B5EF4-FFF2-40B4-BE49-F238E27FC236}">
                <a16:creationId xmlns:a16="http://schemas.microsoft.com/office/drawing/2014/main" id="{008407CB-873D-8C06-89BD-2CD6C76E0688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315776" y="4676775"/>
            <a:ext cx="2273074" cy="20966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1586" y="364251"/>
            <a:ext cx="13633684" cy="6976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GROUP AVERAGE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2930611" y="8282754"/>
            <a:ext cx="4445000" cy="6113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1760">
              <a:lnSpc>
                <a:spcPct val="106000"/>
              </a:lnSpc>
              <a:spcBef>
                <a:spcPts val="100"/>
              </a:spcBef>
            </a:pPr>
            <a:r>
              <a:rPr sz="3950" b="1" dirty="0">
                <a:latin typeface="Arial"/>
                <a:cs typeface="Arial"/>
              </a:rPr>
              <a:t>Reading</a:t>
            </a:r>
            <a:r>
              <a:rPr lang="en-US" sz="3950" b="1" spc="-5" dirty="0">
                <a:latin typeface="Arial"/>
                <a:cs typeface="Arial"/>
              </a:rPr>
              <a:t> </a:t>
            </a:r>
            <a:r>
              <a:rPr sz="3950" b="1" spc="-10" dirty="0">
                <a:latin typeface="Arial"/>
                <a:cs typeface="Arial"/>
              </a:rPr>
              <a:t>Modality</a:t>
            </a:r>
            <a:endParaRPr sz="395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54374" y="8282754"/>
            <a:ext cx="5198676" cy="6113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8125">
              <a:lnSpc>
                <a:spcPct val="106000"/>
              </a:lnSpc>
              <a:spcBef>
                <a:spcPts val="100"/>
              </a:spcBef>
            </a:pPr>
            <a:r>
              <a:rPr sz="3950" b="1" dirty="0">
                <a:latin typeface="Arial"/>
                <a:cs typeface="Arial"/>
              </a:rPr>
              <a:t>Listening </a:t>
            </a:r>
            <a:r>
              <a:rPr sz="3950" b="1" spc="-10" dirty="0">
                <a:latin typeface="Arial"/>
                <a:cs typeface="Arial"/>
              </a:rPr>
              <a:t>Modality</a:t>
            </a:r>
            <a:endParaRPr sz="395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15266" y="2807655"/>
            <a:ext cx="9382760" cy="4223385"/>
            <a:chOff x="415266" y="2807655"/>
            <a:chExt cx="9382760" cy="422338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5266" y="2807655"/>
              <a:ext cx="9382217" cy="422277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1877" y="6566403"/>
              <a:ext cx="168995" cy="1689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021878" y="6735363"/>
              <a:ext cx="0" cy="20320"/>
            </a:xfrm>
            <a:custGeom>
              <a:avLst/>
              <a:gdLst/>
              <a:ahLst/>
              <a:cxnLst/>
              <a:rect l="l" t="t" r="r" b="b"/>
              <a:pathLst>
                <a:path h="20320">
                  <a:moveTo>
                    <a:pt x="0" y="0"/>
                  </a:moveTo>
                  <a:lnTo>
                    <a:pt x="0" y="2005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21878" y="6735363"/>
              <a:ext cx="0" cy="20320"/>
            </a:xfrm>
            <a:custGeom>
              <a:avLst/>
              <a:gdLst/>
              <a:ahLst/>
              <a:cxnLst/>
              <a:rect l="l" t="t" r="r" b="b"/>
              <a:pathLst>
                <a:path h="20320">
                  <a:moveTo>
                    <a:pt x="0" y="0"/>
                  </a:moveTo>
                  <a:lnTo>
                    <a:pt x="0" y="20052"/>
                  </a:lnTo>
                </a:path>
              </a:pathLst>
            </a:custGeom>
            <a:ln w="45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71707" y="6776738"/>
              <a:ext cx="100330" cy="52069"/>
            </a:xfrm>
            <a:custGeom>
              <a:avLst/>
              <a:gdLst/>
              <a:ahLst/>
              <a:cxnLst/>
              <a:rect l="l" t="t" r="r" b="b"/>
              <a:pathLst>
                <a:path w="100329" h="52070">
                  <a:moveTo>
                    <a:pt x="34658" y="17602"/>
                  </a:moveTo>
                  <a:lnTo>
                    <a:pt x="33134" y="11137"/>
                  </a:lnTo>
                  <a:lnTo>
                    <a:pt x="30187" y="6667"/>
                  </a:lnTo>
                  <a:lnTo>
                    <a:pt x="29286" y="5359"/>
                  </a:lnTo>
                  <a:lnTo>
                    <a:pt x="27851" y="3289"/>
                  </a:lnTo>
                  <a:lnTo>
                    <a:pt x="27851" y="19113"/>
                  </a:lnTo>
                  <a:lnTo>
                    <a:pt x="27851" y="32867"/>
                  </a:lnTo>
                  <a:lnTo>
                    <a:pt x="26949" y="38023"/>
                  </a:lnTo>
                  <a:lnTo>
                    <a:pt x="25234" y="41452"/>
                  </a:lnTo>
                  <a:lnTo>
                    <a:pt x="23444" y="44894"/>
                  </a:lnTo>
                  <a:lnTo>
                    <a:pt x="20828" y="46609"/>
                  </a:lnTo>
                  <a:lnTo>
                    <a:pt x="13817" y="46609"/>
                  </a:lnTo>
                  <a:lnTo>
                    <a:pt x="11201" y="44894"/>
                  </a:lnTo>
                  <a:lnTo>
                    <a:pt x="7632" y="38023"/>
                  </a:lnTo>
                  <a:lnTo>
                    <a:pt x="6807" y="32867"/>
                  </a:lnTo>
                  <a:lnTo>
                    <a:pt x="6807" y="19113"/>
                  </a:lnTo>
                  <a:lnTo>
                    <a:pt x="7632" y="13957"/>
                  </a:lnTo>
                  <a:lnTo>
                    <a:pt x="11201" y="7086"/>
                  </a:lnTo>
                  <a:lnTo>
                    <a:pt x="13817" y="5359"/>
                  </a:lnTo>
                  <a:lnTo>
                    <a:pt x="20828" y="5359"/>
                  </a:lnTo>
                  <a:lnTo>
                    <a:pt x="23444" y="7086"/>
                  </a:lnTo>
                  <a:lnTo>
                    <a:pt x="25234" y="10515"/>
                  </a:lnTo>
                  <a:lnTo>
                    <a:pt x="26949" y="13957"/>
                  </a:lnTo>
                  <a:lnTo>
                    <a:pt x="27851" y="19113"/>
                  </a:lnTo>
                  <a:lnTo>
                    <a:pt x="27851" y="3289"/>
                  </a:lnTo>
                  <a:lnTo>
                    <a:pt x="27152" y="2273"/>
                  </a:lnTo>
                  <a:lnTo>
                    <a:pt x="22898" y="0"/>
                  </a:lnTo>
                  <a:lnTo>
                    <a:pt x="11684" y="0"/>
                  </a:lnTo>
                  <a:lnTo>
                    <a:pt x="7353" y="2273"/>
                  </a:lnTo>
                  <a:lnTo>
                    <a:pt x="4394" y="6667"/>
                  </a:lnTo>
                  <a:lnTo>
                    <a:pt x="1435" y="11137"/>
                  </a:lnTo>
                  <a:lnTo>
                    <a:pt x="0" y="17602"/>
                  </a:lnTo>
                  <a:lnTo>
                    <a:pt x="0" y="34442"/>
                  </a:lnTo>
                  <a:lnTo>
                    <a:pt x="1435" y="40906"/>
                  </a:lnTo>
                  <a:lnTo>
                    <a:pt x="7353" y="49707"/>
                  </a:lnTo>
                  <a:lnTo>
                    <a:pt x="11620" y="51904"/>
                  </a:lnTo>
                  <a:lnTo>
                    <a:pt x="22898" y="51904"/>
                  </a:lnTo>
                  <a:lnTo>
                    <a:pt x="27152" y="49707"/>
                  </a:lnTo>
                  <a:lnTo>
                    <a:pt x="29286" y="46609"/>
                  </a:lnTo>
                  <a:lnTo>
                    <a:pt x="30187" y="45300"/>
                  </a:lnTo>
                  <a:lnTo>
                    <a:pt x="33134" y="40906"/>
                  </a:lnTo>
                  <a:lnTo>
                    <a:pt x="34658" y="34442"/>
                  </a:lnTo>
                  <a:lnTo>
                    <a:pt x="34658" y="17602"/>
                  </a:lnTo>
                  <a:close/>
                </a:path>
                <a:path w="100329" h="52070">
                  <a:moveTo>
                    <a:pt x="53632" y="42494"/>
                  </a:moveTo>
                  <a:lnTo>
                    <a:pt x="46545" y="42494"/>
                  </a:lnTo>
                  <a:lnTo>
                    <a:pt x="46545" y="51015"/>
                  </a:lnTo>
                  <a:lnTo>
                    <a:pt x="53632" y="51015"/>
                  </a:lnTo>
                  <a:lnTo>
                    <a:pt x="53632" y="42494"/>
                  </a:lnTo>
                  <a:close/>
                </a:path>
                <a:path w="100329" h="52070">
                  <a:moveTo>
                    <a:pt x="100253" y="17602"/>
                  </a:moveTo>
                  <a:lnTo>
                    <a:pt x="98742" y="11137"/>
                  </a:lnTo>
                  <a:lnTo>
                    <a:pt x="95783" y="6667"/>
                  </a:lnTo>
                  <a:lnTo>
                    <a:pt x="94881" y="5359"/>
                  </a:lnTo>
                  <a:lnTo>
                    <a:pt x="93446" y="3276"/>
                  </a:lnTo>
                  <a:lnTo>
                    <a:pt x="93446" y="19113"/>
                  </a:lnTo>
                  <a:lnTo>
                    <a:pt x="93446" y="32867"/>
                  </a:lnTo>
                  <a:lnTo>
                    <a:pt x="92557" y="38023"/>
                  </a:lnTo>
                  <a:lnTo>
                    <a:pt x="90830" y="41452"/>
                  </a:lnTo>
                  <a:lnTo>
                    <a:pt x="89039" y="44894"/>
                  </a:lnTo>
                  <a:lnTo>
                    <a:pt x="86436" y="46609"/>
                  </a:lnTo>
                  <a:lnTo>
                    <a:pt x="79413" y="46609"/>
                  </a:lnTo>
                  <a:lnTo>
                    <a:pt x="76809" y="44894"/>
                  </a:lnTo>
                  <a:lnTo>
                    <a:pt x="73228" y="38023"/>
                  </a:lnTo>
                  <a:lnTo>
                    <a:pt x="72402" y="32867"/>
                  </a:lnTo>
                  <a:lnTo>
                    <a:pt x="72402" y="19113"/>
                  </a:lnTo>
                  <a:lnTo>
                    <a:pt x="73228" y="13957"/>
                  </a:lnTo>
                  <a:lnTo>
                    <a:pt x="76809" y="7086"/>
                  </a:lnTo>
                  <a:lnTo>
                    <a:pt x="79413" y="5359"/>
                  </a:lnTo>
                  <a:lnTo>
                    <a:pt x="86436" y="5359"/>
                  </a:lnTo>
                  <a:lnTo>
                    <a:pt x="89039" y="7086"/>
                  </a:lnTo>
                  <a:lnTo>
                    <a:pt x="90830" y="10515"/>
                  </a:lnTo>
                  <a:lnTo>
                    <a:pt x="92557" y="13957"/>
                  </a:lnTo>
                  <a:lnTo>
                    <a:pt x="93446" y="19113"/>
                  </a:lnTo>
                  <a:lnTo>
                    <a:pt x="93446" y="3276"/>
                  </a:lnTo>
                  <a:lnTo>
                    <a:pt x="92760" y="2273"/>
                  </a:lnTo>
                  <a:lnTo>
                    <a:pt x="88493" y="0"/>
                  </a:lnTo>
                  <a:lnTo>
                    <a:pt x="77292" y="0"/>
                  </a:lnTo>
                  <a:lnTo>
                    <a:pt x="72948" y="2273"/>
                  </a:lnTo>
                  <a:lnTo>
                    <a:pt x="70002" y="6667"/>
                  </a:lnTo>
                  <a:lnTo>
                    <a:pt x="67043" y="11137"/>
                  </a:lnTo>
                  <a:lnTo>
                    <a:pt x="65595" y="17602"/>
                  </a:lnTo>
                  <a:lnTo>
                    <a:pt x="65595" y="34442"/>
                  </a:lnTo>
                  <a:lnTo>
                    <a:pt x="67043" y="40906"/>
                  </a:lnTo>
                  <a:lnTo>
                    <a:pt x="72948" y="49707"/>
                  </a:lnTo>
                  <a:lnTo>
                    <a:pt x="77216" y="51904"/>
                  </a:lnTo>
                  <a:lnTo>
                    <a:pt x="88493" y="51904"/>
                  </a:lnTo>
                  <a:lnTo>
                    <a:pt x="92760" y="49707"/>
                  </a:lnTo>
                  <a:lnTo>
                    <a:pt x="94881" y="46609"/>
                  </a:lnTo>
                  <a:lnTo>
                    <a:pt x="95783" y="45300"/>
                  </a:lnTo>
                  <a:lnTo>
                    <a:pt x="98742" y="40906"/>
                  </a:lnTo>
                  <a:lnTo>
                    <a:pt x="100253" y="34442"/>
                  </a:lnTo>
                  <a:lnTo>
                    <a:pt x="100253" y="176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90873" y="6735363"/>
              <a:ext cx="0" cy="20320"/>
            </a:xfrm>
            <a:custGeom>
              <a:avLst/>
              <a:gdLst/>
              <a:ahLst/>
              <a:cxnLst/>
              <a:rect l="l" t="t" r="r" b="b"/>
              <a:pathLst>
                <a:path h="20320">
                  <a:moveTo>
                    <a:pt x="0" y="0"/>
                  </a:moveTo>
                  <a:lnTo>
                    <a:pt x="0" y="20052"/>
                  </a:lnTo>
                </a:path>
              </a:pathLst>
            </a:custGeom>
            <a:ln w="45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40693" y="6776738"/>
              <a:ext cx="99060" cy="52069"/>
            </a:xfrm>
            <a:custGeom>
              <a:avLst/>
              <a:gdLst/>
              <a:ahLst/>
              <a:cxnLst/>
              <a:rect l="l" t="t" r="r" b="b"/>
              <a:pathLst>
                <a:path w="99060" h="52070">
                  <a:moveTo>
                    <a:pt x="34658" y="17602"/>
                  </a:moveTo>
                  <a:lnTo>
                    <a:pt x="33147" y="11137"/>
                  </a:lnTo>
                  <a:lnTo>
                    <a:pt x="30187" y="6667"/>
                  </a:lnTo>
                  <a:lnTo>
                    <a:pt x="29298" y="5359"/>
                  </a:lnTo>
                  <a:lnTo>
                    <a:pt x="27851" y="3276"/>
                  </a:lnTo>
                  <a:lnTo>
                    <a:pt x="27851" y="19113"/>
                  </a:lnTo>
                  <a:lnTo>
                    <a:pt x="27851" y="32867"/>
                  </a:lnTo>
                  <a:lnTo>
                    <a:pt x="26962" y="38023"/>
                  </a:lnTo>
                  <a:lnTo>
                    <a:pt x="25247" y="41452"/>
                  </a:lnTo>
                  <a:lnTo>
                    <a:pt x="23456" y="44894"/>
                  </a:lnTo>
                  <a:lnTo>
                    <a:pt x="20840" y="46609"/>
                  </a:lnTo>
                  <a:lnTo>
                    <a:pt x="13830" y="46609"/>
                  </a:lnTo>
                  <a:lnTo>
                    <a:pt x="11214" y="44894"/>
                  </a:lnTo>
                  <a:lnTo>
                    <a:pt x="7632" y="38023"/>
                  </a:lnTo>
                  <a:lnTo>
                    <a:pt x="6807" y="32867"/>
                  </a:lnTo>
                  <a:lnTo>
                    <a:pt x="6807" y="19113"/>
                  </a:lnTo>
                  <a:lnTo>
                    <a:pt x="7632" y="13957"/>
                  </a:lnTo>
                  <a:lnTo>
                    <a:pt x="11214" y="7086"/>
                  </a:lnTo>
                  <a:lnTo>
                    <a:pt x="13830" y="5359"/>
                  </a:lnTo>
                  <a:lnTo>
                    <a:pt x="20840" y="5359"/>
                  </a:lnTo>
                  <a:lnTo>
                    <a:pt x="23456" y="7086"/>
                  </a:lnTo>
                  <a:lnTo>
                    <a:pt x="25247" y="10515"/>
                  </a:lnTo>
                  <a:lnTo>
                    <a:pt x="26962" y="13957"/>
                  </a:lnTo>
                  <a:lnTo>
                    <a:pt x="27851" y="19113"/>
                  </a:lnTo>
                  <a:lnTo>
                    <a:pt x="27851" y="3276"/>
                  </a:lnTo>
                  <a:lnTo>
                    <a:pt x="27165" y="2273"/>
                  </a:lnTo>
                  <a:lnTo>
                    <a:pt x="22898" y="0"/>
                  </a:lnTo>
                  <a:lnTo>
                    <a:pt x="11696" y="0"/>
                  </a:lnTo>
                  <a:lnTo>
                    <a:pt x="7366" y="2273"/>
                  </a:lnTo>
                  <a:lnTo>
                    <a:pt x="4406" y="6667"/>
                  </a:lnTo>
                  <a:lnTo>
                    <a:pt x="1447" y="11137"/>
                  </a:lnTo>
                  <a:lnTo>
                    <a:pt x="0" y="17602"/>
                  </a:lnTo>
                  <a:lnTo>
                    <a:pt x="0" y="34442"/>
                  </a:lnTo>
                  <a:lnTo>
                    <a:pt x="1447" y="40906"/>
                  </a:lnTo>
                  <a:lnTo>
                    <a:pt x="7366" y="49707"/>
                  </a:lnTo>
                  <a:lnTo>
                    <a:pt x="11620" y="51904"/>
                  </a:lnTo>
                  <a:lnTo>
                    <a:pt x="22898" y="51904"/>
                  </a:lnTo>
                  <a:lnTo>
                    <a:pt x="34658" y="34442"/>
                  </a:lnTo>
                  <a:lnTo>
                    <a:pt x="34658" y="17602"/>
                  </a:lnTo>
                  <a:close/>
                </a:path>
                <a:path w="99060" h="52070">
                  <a:moveTo>
                    <a:pt x="53644" y="42494"/>
                  </a:moveTo>
                  <a:lnTo>
                    <a:pt x="46558" y="42494"/>
                  </a:lnTo>
                  <a:lnTo>
                    <a:pt x="46558" y="51015"/>
                  </a:lnTo>
                  <a:lnTo>
                    <a:pt x="53644" y="51015"/>
                  </a:lnTo>
                  <a:lnTo>
                    <a:pt x="53644" y="42494"/>
                  </a:lnTo>
                  <a:close/>
                </a:path>
                <a:path w="99060" h="52070">
                  <a:moveTo>
                    <a:pt x="98475" y="45300"/>
                  </a:moveTo>
                  <a:lnTo>
                    <a:pt x="87401" y="45300"/>
                  </a:lnTo>
                  <a:lnTo>
                    <a:pt x="87401" y="889"/>
                  </a:lnTo>
                  <a:lnTo>
                    <a:pt x="80594" y="889"/>
                  </a:lnTo>
                  <a:lnTo>
                    <a:pt x="68630" y="3302"/>
                  </a:lnTo>
                  <a:lnTo>
                    <a:pt x="68630" y="9486"/>
                  </a:lnTo>
                  <a:lnTo>
                    <a:pt x="80670" y="7086"/>
                  </a:lnTo>
                  <a:lnTo>
                    <a:pt x="80670" y="45300"/>
                  </a:lnTo>
                  <a:lnTo>
                    <a:pt x="69596" y="45300"/>
                  </a:lnTo>
                  <a:lnTo>
                    <a:pt x="69596" y="51015"/>
                  </a:lnTo>
                  <a:lnTo>
                    <a:pt x="98475" y="51015"/>
                  </a:lnTo>
                  <a:lnTo>
                    <a:pt x="98475" y="45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01821" y="6735363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20">
                  <a:moveTo>
                    <a:pt x="20056" y="0"/>
                  </a:moveTo>
                  <a:lnTo>
                    <a:pt x="0" y="0"/>
                  </a:lnTo>
                </a:path>
              </a:pathLst>
            </a:custGeom>
            <a:ln w="45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76889" y="6710495"/>
              <a:ext cx="100330" cy="52069"/>
            </a:xfrm>
            <a:custGeom>
              <a:avLst/>
              <a:gdLst/>
              <a:ahLst/>
              <a:cxnLst/>
              <a:rect l="l" t="t" r="r" b="b"/>
              <a:pathLst>
                <a:path w="100329" h="52070">
                  <a:moveTo>
                    <a:pt x="34645" y="17602"/>
                  </a:moveTo>
                  <a:lnTo>
                    <a:pt x="33134" y="11137"/>
                  </a:lnTo>
                  <a:lnTo>
                    <a:pt x="30187" y="6667"/>
                  </a:lnTo>
                  <a:lnTo>
                    <a:pt x="29286" y="5359"/>
                  </a:lnTo>
                  <a:lnTo>
                    <a:pt x="27838" y="3276"/>
                  </a:lnTo>
                  <a:lnTo>
                    <a:pt x="27838" y="19113"/>
                  </a:lnTo>
                  <a:lnTo>
                    <a:pt x="27838" y="32867"/>
                  </a:lnTo>
                  <a:lnTo>
                    <a:pt x="26949" y="38023"/>
                  </a:lnTo>
                  <a:lnTo>
                    <a:pt x="25234" y="41452"/>
                  </a:lnTo>
                  <a:lnTo>
                    <a:pt x="23444" y="44894"/>
                  </a:lnTo>
                  <a:lnTo>
                    <a:pt x="20828" y="46609"/>
                  </a:lnTo>
                  <a:lnTo>
                    <a:pt x="13817" y="46609"/>
                  </a:lnTo>
                  <a:lnTo>
                    <a:pt x="11201" y="44894"/>
                  </a:lnTo>
                  <a:lnTo>
                    <a:pt x="7632" y="38023"/>
                  </a:lnTo>
                  <a:lnTo>
                    <a:pt x="6807" y="32867"/>
                  </a:lnTo>
                  <a:lnTo>
                    <a:pt x="6807" y="19113"/>
                  </a:lnTo>
                  <a:lnTo>
                    <a:pt x="7632" y="13957"/>
                  </a:lnTo>
                  <a:lnTo>
                    <a:pt x="11201" y="7086"/>
                  </a:lnTo>
                  <a:lnTo>
                    <a:pt x="13817" y="5359"/>
                  </a:lnTo>
                  <a:lnTo>
                    <a:pt x="20828" y="5359"/>
                  </a:lnTo>
                  <a:lnTo>
                    <a:pt x="23444" y="7086"/>
                  </a:lnTo>
                  <a:lnTo>
                    <a:pt x="25234" y="10515"/>
                  </a:lnTo>
                  <a:lnTo>
                    <a:pt x="26949" y="13957"/>
                  </a:lnTo>
                  <a:lnTo>
                    <a:pt x="27838" y="19113"/>
                  </a:lnTo>
                  <a:lnTo>
                    <a:pt x="27838" y="3276"/>
                  </a:lnTo>
                  <a:lnTo>
                    <a:pt x="27152" y="2273"/>
                  </a:lnTo>
                  <a:lnTo>
                    <a:pt x="22898" y="0"/>
                  </a:lnTo>
                  <a:lnTo>
                    <a:pt x="11684" y="0"/>
                  </a:lnTo>
                  <a:lnTo>
                    <a:pt x="7353" y="2273"/>
                  </a:lnTo>
                  <a:lnTo>
                    <a:pt x="4394" y="6667"/>
                  </a:lnTo>
                  <a:lnTo>
                    <a:pt x="1435" y="11137"/>
                  </a:lnTo>
                  <a:lnTo>
                    <a:pt x="0" y="17602"/>
                  </a:lnTo>
                  <a:lnTo>
                    <a:pt x="0" y="34442"/>
                  </a:lnTo>
                  <a:lnTo>
                    <a:pt x="1435" y="40906"/>
                  </a:lnTo>
                  <a:lnTo>
                    <a:pt x="7353" y="49707"/>
                  </a:lnTo>
                  <a:lnTo>
                    <a:pt x="11620" y="51904"/>
                  </a:lnTo>
                  <a:lnTo>
                    <a:pt x="22898" y="51904"/>
                  </a:lnTo>
                  <a:lnTo>
                    <a:pt x="27152" y="49707"/>
                  </a:lnTo>
                  <a:lnTo>
                    <a:pt x="29286" y="46609"/>
                  </a:lnTo>
                  <a:lnTo>
                    <a:pt x="30187" y="45300"/>
                  </a:lnTo>
                  <a:lnTo>
                    <a:pt x="33134" y="40906"/>
                  </a:lnTo>
                  <a:lnTo>
                    <a:pt x="34645" y="34442"/>
                  </a:lnTo>
                  <a:lnTo>
                    <a:pt x="34645" y="17602"/>
                  </a:lnTo>
                  <a:close/>
                </a:path>
                <a:path w="100329" h="52070">
                  <a:moveTo>
                    <a:pt x="53632" y="42494"/>
                  </a:moveTo>
                  <a:lnTo>
                    <a:pt x="46545" y="42494"/>
                  </a:lnTo>
                  <a:lnTo>
                    <a:pt x="46545" y="51015"/>
                  </a:lnTo>
                  <a:lnTo>
                    <a:pt x="53632" y="51015"/>
                  </a:lnTo>
                  <a:lnTo>
                    <a:pt x="53632" y="42494"/>
                  </a:lnTo>
                  <a:close/>
                </a:path>
                <a:path w="100329" h="52070">
                  <a:moveTo>
                    <a:pt x="100253" y="17602"/>
                  </a:moveTo>
                  <a:lnTo>
                    <a:pt x="98742" y="11137"/>
                  </a:lnTo>
                  <a:lnTo>
                    <a:pt x="95783" y="6667"/>
                  </a:lnTo>
                  <a:lnTo>
                    <a:pt x="94881" y="5359"/>
                  </a:lnTo>
                  <a:lnTo>
                    <a:pt x="93446" y="3276"/>
                  </a:lnTo>
                  <a:lnTo>
                    <a:pt x="93446" y="19113"/>
                  </a:lnTo>
                  <a:lnTo>
                    <a:pt x="93446" y="32867"/>
                  </a:lnTo>
                  <a:lnTo>
                    <a:pt x="92557" y="38023"/>
                  </a:lnTo>
                  <a:lnTo>
                    <a:pt x="90830" y="41452"/>
                  </a:lnTo>
                  <a:lnTo>
                    <a:pt x="89039" y="44894"/>
                  </a:lnTo>
                  <a:lnTo>
                    <a:pt x="86436" y="46609"/>
                  </a:lnTo>
                  <a:lnTo>
                    <a:pt x="79413" y="46609"/>
                  </a:lnTo>
                  <a:lnTo>
                    <a:pt x="76809" y="44894"/>
                  </a:lnTo>
                  <a:lnTo>
                    <a:pt x="73228" y="38023"/>
                  </a:lnTo>
                  <a:lnTo>
                    <a:pt x="72402" y="32867"/>
                  </a:lnTo>
                  <a:lnTo>
                    <a:pt x="72402" y="19113"/>
                  </a:lnTo>
                  <a:lnTo>
                    <a:pt x="73228" y="13957"/>
                  </a:lnTo>
                  <a:lnTo>
                    <a:pt x="76809" y="7086"/>
                  </a:lnTo>
                  <a:lnTo>
                    <a:pt x="79413" y="5359"/>
                  </a:lnTo>
                  <a:lnTo>
                    <a:pt x="86436" y="5359"/>
                  </a:lnTo>
                  <a:lnTo>
                    <a:pt x="89039" y="7086"/>
                  </a:lnTo>
                  <a:lnTo>
                    <a:pt x="90830" y="10515"/>
                  </a:lnTo>
                  <a:lnTo>
                    <a:pt x="92557" y="13957"/>
                  </a:lnTo>
                  <a:lnTo>
                    <a:pt x="93446" y="19113"/>
                  </a:lnTo>
                  <a:lnTo>
                    <a:pt x="93446" y="3276"/>
                  </a:lnTo>
                  <a:lnTo>
                    <a:pt x="92760" y="2273"/>
                  </a:lnTo>
                  <a:lnTo>
                    <a:pt x="88493" y="0"/>
                  </a:lnTo>
                  <a:lnTo>
                    <a:pt x="77279" y="0"/>
                  </a:lnTo>
                  <a:lnTo>
                    <a:pt x="72948" y="2273"/>
                  </a:lnTo>
                  <a:lnTo>
                    <a:pt x="70002" y="6667"/>
                  </a:lnTo>
                  <a:lnTo>
                    <a:pt x="67043" y="11137"/>
                  </a:lnTo>
                  <a:lnTo>
                    <a:pt x="65595" y="17602"/>
                  </a:lnTo>
                  <a:lnTo>
                    <a:pt x="65595" y="34442"/>
                  </a:lnTo>
                  <a:lnTo>
                    <a:pt x="67043" y="40906"/>
                  </a:lnTo>
                  <a:lnTo>
                    <a:pt x="72948" y="49707"/>
                  </a:lnTo>
                  <a:lnTo>
                    <a:pt x="77216" y="51904"/>
                  </a:lnTo>
                  <a:lnTo>
                    <a:pt x="88493" y="51904"/>
                  </a:lnTo>
                  <a:lnTo>
                    <a:pt x="92760" y="49707"/>
                  </a:lnTo>
                  <a:lnTo>
                    <a:pt x="94881" y="46609"/>
                  </a:lnTo>
                  <a:lnTo>
                    <a:pt x="95783" y="45300"/>
                  </a:lnTo>
                  <a:lnTo>
                    <a:pt x="98742" y="40906"/>
                  </a:lnTo>
                  <a:lnTo>
                    <a:pt x="100253" y="34442"/>
                  </a:lnTo>
                  <a:lnTo>
                    <a:pt x="100253" y="176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01821" y="6566403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20">
                  <a:moveTo>
                    <a:pt x="20056" y="0"/>
                  </a:moveTo>
                  <a:lnTo>
                    <a:pt x="0" y="0"/>
                  </a:lnTo>
                </a:path>
              </a:pathLst>
            </a:custGeom>
            <a:ln w="45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76889" y="6541535"/>
              <a:ext cx="99060" cy="52069"/>
            </a:xfrm>
            <a:custGeom>
              <a:avLst/>
              <a:gdLst/>
              <a:ahLst/>
              <a:cxnLst/>
              <a:rect l="l" t="t" r="r" b="b"/>
              <a:pathLst>
                <a:path w="99060" h="52070">
                  <a:moveTo>
                    <a:pt x="34645" y="17602"/>
                  </a:moveTo>
                  <a:lnTo>
                    <a:pt x="33134" y="11137"/>
                  </a:lnTo>
                  <a:lnTo>
                    <a:pt x="30187" y="6667"/>
                  </a:lnTo>
                  <a:lnTo>
                    <a:pt x="29286" y="5359"/>
                  </a:lnTo>
                  <a:lnTo>
                    <a:pt x="27838" y="3276"/>
                  </a:lnTo>
                  <a:lnTo>
                    <a:pt x="27838" y="19113"/>
                  </a:lnTo>
                  <a:lnTo>
                    <a:pt x="27838" y="32867"/>
                  </a:lnTo>
                  <a:lnTo>
                    <a:pt x="26949" y="38023"/>
                  </a:lnTo>
                  <a:lnTo>
                    <a:pt x="25234" y="41452"/>
                  </a:lnTo>
                  <a:lnTo>
                    <a:pt x="23444" y="44894"/>
                  </a:lnTo>
                  <a:lnTo>
                    <a:pt x="20828" y="46609"/>
                  </a:lnTo>
                  <a:lnTo>
                    <a:pt x="13817" y="46609"/>
                  </a:lnTo>
                  <a:lnTo>
                    <a:pt x="11201" y="44894"/>
                  </a:lnTo>
                  <a:lnTo>
                    <a:pt x="7632" y="38023"/>
                  </a:lnTo>
                  <a:lnTo>
                    <a:pt x="6807" y="32867"/>
                  </a:lnTo>
                  <a:lnTo>
                    <a:pt x="6807" y="19113"/>
                  </a:lnTo>
                  <a:lnTo>
                    <a:pt x="7632" y="13957"/>
                  </a:lnTo>
                  <a:lnTo>
                    <a:pt x="11201" y="7086"/>
                  </a:lnTo>
                  <a:lnTo>
                    <a:pt x="13817" y="5359"/>
                  </a:lnTo>
                  <a:lnTo>
                    <a:pt x="20828" y="5359"/>
                  </a:lnTo>
                  <a:lnTo>
                    <a:pt x="23444" y="7086"/>
                  </a:lnTo>
                  <a:lnTo>
                    <a:pt x="25234" y="10515"/>
                  </a:lnTo>
                  <a:lnTo>
                    <a:pt x="26949" y="13957"/>
                  </a:lnTo>
                  <a:lnTo>
                    <a:pt x="27838" y="19113"/>
                  </a:lnTo>
                  <a:lnTo>
                    <a:pt x="27838" y="3276"/>
                  </a:lnTo>
                  <a:lnTo>
                    <a:pt x="27152" y="2273"/>
                  </a:lnTo>
                  <a:lnTo>
                    <a:pt x="22898" y="0"/>
                  </a:lnTo>
                  <a:lnTo>
                    <a:pt x="11684" y="0"/>
                  </a:lnTo>
                  <a:lnTo>
                    <a:pt x="7353" y="2273"/>
                  </a:lnTo>
                  <a:lnTo>
                    <a:pt x="4394" y="6667"/>
                  </a:lnTo>
                  <a:lnTo>
                    <a:pt x="1435" y="11137"/>
                  </a:lnTo>
                  <a:lnTo>
                    <a:pt x="0" y="17602"/>
                  </a:lnTo>
                  <a:lnTo>
                    <a:pt x="0" y="34442"/>
                  </a:lnTo>
                  <a:lnTo>
                    <a:pt x="1435" y="40906"/>
                  </a:lnTo>
                  <a:lnTo>
                    <a:pt x="7353" y="49707"/>
                  </a:lnTo>
                  <a:lnTo>
                    <a:pt x="11620" y="51904"/>
                  </a:lnTo>
                  <a:lnTo>
                    <a:pt x="22898" y="51904"/>
                  </a:lnTo>
                  <a:lnTo>
                    <a:pt x="27152" y="49707"/>
                  </a:lnTo>
                  <a:lnTo>
                    <a:pt x="29286" y="46609"/>
                  </a:lnTo>
                  <a:lnTo>
                    <a:pt x="30187" y="45313"/>
                  </a:lnTo>
                  <a:lnTo>
                    <a:pt x="33134" y="40906"/>
                  </a:lnTo>
                  <a:lnTo>
                    <a:pt x="34645" y="34442"/>
                  </a:lnTo>
                  <a:lnTo>
                    <a:pt x="34645" y="17602"/>
                  </a:lnTo>
                  <a:close/>
                </a:path>
                <a:path w="99060" h="52070">
                  <a:moveTo>
                    <a:pt x="53632" y="42494"/>
                  </a:moveTo>
                  <a:lnTo>
                    <a:pt x="46545" y="42494"/>
                  </a:lnTo>
                  <a:lnTo>
                    <a:pt x="46545" y="51015"/>
                  </a:lnTo>
                  <a:lnTo>
                    <a:pt x="53632" y="51015"/>
                  </a:lnTo>
                  <a:lnTo>
                    <a:pt x="53632" y="42494"/>
                  </a:lnTo>
                  <a:close/>
                </a:path>
                <a:path w="99060" h="52070">
                  <a:moveTo>
                    <a:pt x="98463" y="45313"/>
                  </a:moveTo>
                  <a:lnTo>
                    <a:pt x="87388" y="45313"/>
                  </a:lnTo>
                  <a:lnTo>
                    <a:pt x="87388" y="889"/>
                  </a:lnTo>
                  <a:lnTo>
                    <a:pt x="80581" y="889"/>
                  </a:lnTo>
                  <a:lnTo>
                    <a:pt x="68618" y="3302"/>
                  </a:lnTo>
                  <a:lnTo>
                    <a:pt x="68618" y="9486"/>
                  </a:lnTo>
                  <a:lnTo>
                    <a:pt x="80657" y="7086"/>
                  </a:lnTo>
                  <a:lnTo>
                    <a:pt x="80657" y="45313"/>
                  </a:lnTo>
                  <a:lnTo>
                    <a:pt x="69583" y="45313"/>
                  </a:lnTo>
                  <a:lnTo>
                    <a:pt x="69583" y="51015"/>
                  </a:lnTo>
                  <a:lnTo>
                    <a:pt x="98463" y="51015"/>
                  </a:lnTo>
                  <a:lnTo>
                    <a:pt x="98463" y="453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21878" y="6566403"/>
              <a:ext cx="169545" cy="169545"/>
            </a:xfrm>
            <a:custGeom>
              <a:avLst/>
              <a:gdLst/>
              <a:ahLst/>
              <a:cxnLst/>
              <a:rect l="l" t="t" r="r" b="b"/>
              <a:pathLst>
                <a:path w="169545" h="169545">
                  <a:moveTo>
                    <a:pt x="0" y="168960"/>
                  </a:moveTo>
                  <a:lnTo>
                    <a:pt x="0" y="0"/>
                  </a:lnTo>
                </a:path>
                <a:path w="169545" h="169545">
                  <a:moveTo>
                    <a:pt x="168995" y="168960"/>
                  </a:moveTo>
                  <a:lnTo>
                    <a:pt x="168995" y="0"/>
                  </a:lnTo>
                </a:path>
                <a:path w="169545" h="169545">
                  <a:moveTo>
                    <a:pt x="0" y="168960"/>
                  </a:moveTo>
                  <a:lnTo>
                    <a:pt x="168995" y="168960"/>
                  </a:lnTo>
                </a:path>
                <a:path w="169545" h="169545">
                  <a:moveTo>
                    <a:pt x="0" y="0"/>
                  </a:moveTo>
                  <a:lnTo>
                    <a:pt x="168995" y="0"/>
                  </a:lnTo>
                </a:path>
              </a:pathLst>
            </a:custGeom>
            <a:ln w="45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8713677" y="2818053"/>
            <a:ext cx="11054715" cy="6210300"/>
            <a:chOff x="8713677" y="2818053"/>
            <a:chExt cx="11054715" cy="621030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13677" y="7076707"/>
              <a:ext cx="2075866" cy="195131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85975" y="2818053"/>
              <a:ext cx="9382217" cy="422277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92591" y="6576800"/>
              <a:ext cx="168995" cy="16896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4992586" y="6745759"/>
              <a:ext cx="0" cy="20320"/>
            </a:xfrm>
            <a:custGeom>
              <a:avLst/>
              <a:gdLst/>
              <a:ahLst/>
              <a:cxnLst/>
              <a:rect l="l" t="t" r="r" b="b"/>
              <a:pathLst>
                <a:path h="20320">
                  <a:moveTo>
                    <a:pt x="0" y="0"/>
                  </a:moveTo>
                  <a:lnTo>
                    <a:pt x="0" y="2005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992586" y="6745759"/>
              <a:ext cx="0" cy="20320"/>
            </a:xfrm>
            <a:custGeom>
              <a:avLst/>
              <a:gdLst/>
              <a:ahLst/>
              <a:cxnLst/>
              <a:rect l="l" t="t" r="r" b="b"/>
              <a:pathLst>
                <a:path h="20320">
                  <a:moveTo>
                    <a:pt x="0" y="0"/>
                  </a:moveTo>
                  <a:lnTo>
                    <a:pt x="0" y="20052"/>
                  </a:lnTo>
                </a:path>
              </a:pathLst>
            </a:custGeom>
            <a:ln w="45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942414" y="6787140"/>
              <a:ext cx="100330" cy="52069"/>
            </a:xfrm>
            <a:custGeom>
              <a:avLst/>
              <a:gdLst/>
              <a:ahLst/>
              <a:cxnLst/>
              <a:rect l="l" t="t" r="r" b="b"/>
              <a:pathLst>
                <a:path w="100330" h="52070">
                  <a:moveTo>
                    <a:pt x="34658" y="17602"/>
                  </a:moveTo>
                  <a:lnTo>
                    <a:pt x="33147" y="11137"/>
                  </a:lnTo>
                  <a:lnTo>
                    <a:pt x="30187" y="6667"/>
                  </a:lnTo>
                  <a:lnTo>
                    <a:pt x="29286" y="5359"/>
                  </a:lnTo>
                  <a:lnTo>
                    <a:pt x="27851" y="3276"/>
                  </a:lnTo>
                  <a:lnTo>
                    <a:pt x="27851" y="19113"/>
                  </a:lnTo>
                  <a:lnTo>
                    <a:pt x="27851" y="32854"/>
                  </a:lnTo>
                  <a:lnTo>
                    <a:pt x="26962" y="38011"/>
                  </a:lnTo>
                  <a:lnTo>
                    <a:pt x="25234" y="41452"/>
                  </a:lnTo>
                  <a:lnTo>
                    <a:pt x="23444" y="44894"/>
                  </a:lnTo>
                  <a:lnTo>
                    <a:pt x="20828" y="46609"/>
                  </a:lnTo>
                  <a:lnTo>
                    <a:pt x="13817" y="46609"/>
                  </a:lnTo>
                  <a:lnTo>
                    <a:pt x="11214" y="44894"/>
                  </a:lnTo>
                  <a:lnTo>
                    <a:pt x="7632" y="38011"/>
                  </a:lnTo>
                  <a:lnTo>
                    <a:pt x="6794" y="32854"/>
                  </a:lnTo>
                  <a:lnTo>
                    <a:pt x="6794" y="19113"/>
                  </a:lnTo>
                  <a:lnTo>
                    <a:pt x="7632" y="13957"/>
                  </a:lnTo>
                  <a:lnTo>
                    <a:pt x="11214" y="7073"/>
                  </a:lnTo>
                  <a:lnTo>
                    <a:pt x="13817" y="5359"/>
                  </a:lnTo>
                  <a:lnTo>
                    <a:pt x="20828" y="5359"/>
                  </a:lnTo>
                  <a:lnTo>
                    <a:pt x="23444" y="7073"/>
                  </a:lnTo>
                  <a:lnTo>
                    <a:pt x="25234" y="10515"/>
                  </a:lnTo>
                  <a:lnTo>
                    <a:pt x="26962" y="13957"/>
                  </a:lnTo>
                  <a:lnTo>
                    <a:pt x="27851" y="19113"/>
                  </a:lnTo>
                  <a:lnTo>
                    <a:pt x="27851" y="3276"/>
                  </a:lnTo>
                  <a:lnTo>
                    <a:pt x="27152" y="2260"/>
                  </a:lnTo>
                  <a:lnTo>
                    <a:pt x="22898" y="0"/>
                  </a:lnTo>
                  <a:lnTo>
                    <a:pt x="11696" y="0"/>
                  </a:lnTo>
                  <a:lnTo>
                    <a:pt x="7353" y="2260"/>
                  </a:lnTo>
                  <a:lnTo>
                    <a:pt x="4406" y="6667"/>
                  </a:lnTo>
                  <a:lnTo>
                    <a:pt x="1435" y="11137"/>
                  </a:lnTo>
                  <a:lnTo>
                    <a:pt x="0" y="17602"/>
                  </a:lnTo>
                  <a:lnTo>
                    <a:pt x="0" y="34442"/>
                  </a:lnTo>
                  <a:lnTo>
                    <a:pt x="1435" y="40906"/>
                  </a:lnTo>
                  <a:lnTo>
                    <a:pt x="7353" y="49707"/>
                  </a:lnTo>
                  <a:lnTo>
                    <a:pt x="11620" y="51904"/>
                  </a:lnTo>
                  <a:lnTo>
                    <a:pt x="22898" y="51904"/>
                  </a:lnTo>
                  <a:lnTo>
                    <a:pt x="27152" y="49707"/>
                  </a:lnTo>
                  <a:lnTo>
                    <a:pt x="29286" y="46609"/>
                  </a:lnTo>
                  <a:lnTo>
                    <a:pt x="33147" y="40906"/>
                  </a:lnTo>
                  <a:lnTo>
                    <a:pt x="34658" y="34442"/>
                  </a:lnTo>
                  <a:lnTo>
                    <a:pt x="34658" y="17602"/>
                  </a:lnTo>
                  <a:close/>
                </a:path>
                <a:path w="100330" h="52070">
                  <a:moveTo>
                    <a:pt x="53632" y="42481"/>
                  </a:moveTo>
                  <a:lnTo>
                    <a:pt x="46545" y="42481"/>
                  </a:lnTo>
                  <a:lnTo>
                    <a:pt x="46545" y="51003"/>
                  </a:lnTo>
                  <a:lnTo>
                    <a:pt x="53632" y="51003"/>
                  </a:lnTo>
                  <a:lnTo>
                    <a:pt x="53632" y="42481"/>
                  </a:lnTo>
                  <a:close/>
                </a:path>
                <a:path w="100330" h="52070">
                  <a:moveTo>
                    <a:pt x="100253" y="17602"/>
                  </a:moveTo>
                  <a:lnTo>
                    <a:pt x="98742" y="11137"/>
                  </a:lnTo>
                  <a:lnTo>
                    <a:pt x="95783" y="6667"/>
                  </a:lnTo>
                  <a:lnTo>
                    <a:pt x="94881" y="5359"/>
                  </a:lnTo>
                  <a:lnTo>
                    <a:pt x="93446" y="3263"/>
                  </a:lnTo>
                  <a:lnTo>
                    <a:pt x="93446" y="19113"/>
                  </a:lnTo>
                  <a:lnTo>
                    <a:pt x="93446" y="32854"/>
                  </a:lnTo>
                  <a:lnTo>
                    <a:pt x="92557" y="38011"/>
                  </a:lnTo>
                  <a:lnTo>
                    <a:pt x="90843" y="41452"/>
                  </a:lnTo>
                  <a:lnTo>
                    <a:pt x="89052" y="44894"/>
                  </a:lnTo>
                  <a:lnTo>
                    <a:pt x="86436" y="46609"/>
                  </a:lnTo>
                  <a:lnTo>
                    <a:pt x="79413" y="46609"/>
                  </a:lnTo>
                  <a:lnTo>
                    <a:pt x="76809" y="44894"/>
                  </a:lnTo>
                  <a:lnTo>
                    <a:pt x="73228" y="38011"/>
                  </a:lnTo>
                  <a:lnTo>
                    <a:pt x="72415" y="32854"/>
                  </a:lnTo>
                  <a:lnTo>
                    <a:pt x="72415" y="19113"/>
                  </a:lnTo>
                  <a:lnTo>
                    <a:pt x="73228" y="13957"/>
                  </a:lnTo>
                  <a:lnTo>
                    <a:pt x="76809" y="7073"/>
                  </a:lnTo>
                  <a:lnTo>
                    <a:pt x="79413" y="5359"/>
                  </a:lnTo>
                  <a:lnTo>
                    <a:pt x="86436" y="5359"/>
                  </a:lnTo>
                  <a:lnTo>
                    <a:pt x="89052" y="7073"/>
                  </a:lnTo>
                  <a:lnTo>
                    <a:pt x="90843" y="10515"/>
                  </a:lnTo>
                  <a:lnTo>
                    <a:pt x="92557" y="13957"/>
                  </a:lnTo>
                  <a:lnTo>
                    <a:pt x="93446" y="19113"/>
                  </a:lnTo>
                  <a:lnTo>
                    <a:pt x="93446" y="3263"/>
                  </a:lnTo>
                  <a:lnTo>
                    <a:pt x="92760" y="2260"/>
                  </a:lnTo>
                  <a:lnTo>
                    <a:pt x="88493" y="0"/>
                  </a:lnTo>
                  <a:lnTo>
                    <a:pt x="77292" y="0"/>
                  </a:lnTo>
                  <a:lnTo>
                    <a:pt x="72961" y="2260"/>
                  </a:lnTo>
                  <a:lnTo>
                    <a:pt x="70002" y="6667"/>
                  </a:lnTo>
                  <a:lnTo>
                    <a:pt x="67043" y="11137"/>
                  </a:lnTo>
                  <a:lnTo>
                    <a:pt x="65595" y="17602"/>
                  </a:lnTo>
                  <a:lnTo>
                    <a:pt x="65595" y="34442"/>
                  </a:lnTo>
                  <a:lnTo>
                    <a:pt x="67043" y="40906"/>
                  </a:lnTo>
                  <a:lnTo>
                    <a:pt x="72961" y="49707"/>
                  </a:lnTo>
                  <a:lnTo>
                    <a:pt x="77216" y="51904"/>
                  </a:lnTo>
                  <a:lnTo>
                    <a:pt x="88493" y="51904"/>
                  </a:lnTo>
                  <a:lnTo>
                    <a:pt x="92760" y="49707"/>
                  </a:lnTo>
                  <a:lnTo>
                    <a:pt x="94881" y="46609"/>
                  </a:lnTo>
                  <a:lnTo>
                    <a:pt x="98742" y="40906"/>
                  </a:lnTo>
                  <a:lnTo>
                    <a:pt x="100253" y="34442"/>
                  </a:lnTo>
                  <a:lnTo>
                    <a:pt x="100253" y="176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161582" y="6745759"/>
              <a:ext cx="0" cy="20320"/>
            </a:xfrm>
            <a:custGeom>
              <a:avLst/>
              <a:gdLst/>
              <a:ahLst/>
              <a:cxnLst/>
              <a:rect l="l" t="t" r="r" b="b"/>
              <a:pathLst>
                <a:path h="20320">
                  <a:moveTo>
                    <a:pt x="0" y="0"/>
                  </a:moveTo>
                  <a:lnTo>
                    <a:pt x="0" y="20052"/>
                  </a:lnTo>
                </a:path>
              </a:pathLst>
            </a:custGeom>
            <a:ln w="45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111413" y="6787140"/>
              <a:ext cx="99060" cy="52069"/>
            </a:xfrm>
            <a:custGeom>
              <a:avLst/>
              <a:gdLst/>
              <a:ahLst/>
              <a:cxnLst/>
              <a:rect l="l" t="t" r="r" b="b"/>
              <a:pathLst>
                <a:path w="99059" h="52070">
                  <a:moveTo>
                    <a:pt x="34658" y="17602"/>
                  </a:moveTo>
                  <a:lnTo>
                    <a:pt x="33134" y="11137"/>
                  </a:lnTo>
                  <a:lnTo>
                    <a:pt x="30187" y="6667"/>
                  </a:lnTo>
                  <a:lnTo>
                    <a:pt x="29286" y="5359"/>
                  </a:lnTo>
                  <a:lnTo>
                    <a:pt x="27851" y="3276"/>
                  </a:lnTo>
                  <a:lnTo>
                    <a:pt x="27851" y="19113"/>
                  </a:lnTo>
                  <a:lnTo>
                    <a:pt x="27851" y="32854"/>
                  </a:lnTo>
                  <a:lnTo>
                    <a:pt x="26949" y="38011"/>
                  </a:lnTo>
                  <a:lnTo>
                    <a:pt x="25234" y="41452"/>
                  </a:lnTo>
                  <a:lnTo>
                    <a:pt x="23444" y="44894"/>
                  </a:lnTo>
                  <a:lnTo>
                    <a:pt x="20828" y="46609"/>
                  </a:lnTo>
                  <a:lnTo>
                    <a:pt x="13817" y="46609"/>
                  </a:lnTo>
                  <a:lnTo>
                    <a:pt x="11201" y="44894"/>
                  </a:lnTo>
                  <a:lnTo>
                    <a:pt x="7632" y="38011"/>
                  </a:lnTo>
                  <a:lnTo>
                    <a:pt x="6807" y="32854"/>
                  </a:lnTo>
                  <a:lnTo>
                    <a:pt x="6807" y="19113"/>
                  </a:lnTo>
                  <a:lnTo>
                    <a:pt x="7632" y="13957"/>
                  </a:lnTo>
                  <a:lnTo>
                    <a:pt x="11201" y="7073"/>
                  </a:lnTo>
                  <a:lnTo>
                    <a:pt x="13817" y="5359"/>
                  </a:lnTo>
                  <a:lnTo>
                    <a:pt x="20828" y="5359"/>
                  </a:lnTo>
                  <a:lnTo>
                    <a:pt x="23444" y="7073"/>
                  </a:lnTo>
                  <a:lnTo>
                    <a:pt x="25234" y="10515"/>
                  </a:lnTo>
                  <a:lnTo>
                    <a:pt x="26949" y="13957"/>
                  </a:lnTo>
                  <a:lnTo>
                    <a:pt x="27851" y="19113"/>
                  </a:lnTo>
                  <a:lnTo>
                    <a:pt x="27851" y="3276"/>
                  </a:lnTo>
                  <a:lnTo>
                    <a:pt x="27152" y="2260"/>
                  </a:lnTo>
                  <a:lnTo>
                    <a:pt x="22898" y="0"/>
                  </a:lnTo>
                  <a:lnTo>
                    <a:pt x="11684" y="0"/>
                  </a:lnTo>
                  <a:lnTo>
                    <a:pt x="7353" y="2260"/>
                  </a:lnTo>
                  <a:lnTo>
                    <a:pt x="4394" y="6667"/>
                  </a:lnTo>
                  <a:lnTo>
                    <a:pt x="1435" y="11137"/>
                  </a:lnTo>
                  <a:lnTo>
                    <a:pt x="0" y="17602"/>
                  </a:lnTo>
                  <a:lnTo>
                    <a:pt x="0" y="34442"/>
                  </a:lnTo>
                  <a:lnTo>
                    <a:pt x="1435" y="40906"/>
                  </a:lnTo>
                  <a:lnTo>
                    <a:pt x="7353" y="49707"/>
                  </a:lnTo>
                  <a:lnTo>
                    <a:pt x="11620" y="51904"/>
                  </a:lnTo>
                  <a:lnTo>
                    <a:pt x="22898" y="51904"/>
                  </a:lnTo>
                  <a:lnTo>
                    <a:pt x="27152" y="49707"/>
                  </a:lnTo>
                  <a:lnTo>
                    <a:pt x="29286" y="46609"/>
                  </a:lnTo>
                  <a:lnTo>
                    <a:pt x="30187" y="45300"/>
                  </a:lnTo>
                  <a:lnTo>
                    <a:pt x="33134" y="40906"/>
                  </a:lnTo>
                  <a:lnTo>
                    <a:pt x="34658" y="34442"/>
                  </a:lnTo>
                  <a:lnTo>
                    <a:pt x="34658" y="17602"/>
                  </a:lnTo>
                  <a:close/>
                </a:path>
                <a:path w="99059" h="52070">
                  <a:moveTo>
                    <a:pt x="53632" y="42481"/>
                  </a:moveTo>
                  <a:lnTo>
                    <a:pt x="46545" y="42481"/>
                  </a:lnTo>
                  <a:lnTo>
                    <a:pt x="46545" y="51003"/>
                  </a:lnTo>
                  <a:lnTo>
                    <a:pt x="53632" y="51003"/>
                  </a:lnTo>
                  <a:lnTo>
                    <a:pt x="53632" y="42481"/>
                  </a:lnTo>
                  <a:close/>
                </a:path>
                <a:path w="99059" h="52070">
                  <a:moveTo>
                    <a:pt x="98463" y="45300"/>
                  </a:moveTo>
                  <a:lnTo>
                    <a:pt x="87401" y="45300"/>
                  </a:lnTo>
                  <a:lnTo>
                    <a:pt x="87401" y="889"/>
                  </a:lnTo>
                  <a:lnTo>
                    <a:pt x="80594" y="889"/>
                  </a:lnTo>
                  <a:lnTo>
                    <a:pt x="68618" y="3302"/>
                  </a:lnTo>
                  <a:lnTo>
                    <a:pt x="68618" y="9486"/>
                  </a:lnTo>
                  <a:lnTo>
                    <a:pt x="80657" y="7073"/>
                  </a:lnTo>
                  <a:lnTo>
                    <a:pt x="80657" y="45300"/>
                  </a:lnTo>
                  <a:lnTo>
                    <a:pt x="69583" y="45300"/>
                  </a:lnTo>
                  <a:lnTo>
                    <a:pt x="69583" y="51003"/>
                  </a:lnTo>
                  <a:lnTo>
                    <a:pt x="98463" y="51003"/>
                  </a:lnTo>
                  <a:lnTo>
                    <a:pt x="98463" y="45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4972530" y="6745759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>
                  <a:moveTo>
                    <a:pt x="20056" y="0"/>
                  </a:moveTo>
                  <a:lnTo>
                    <a:pt x="0" y="0"/>
                  </a:lnTo>
                </a:path>
              </a:pathLst>
            </a:custGeom>
            <a:ln w="45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847596" y="6720897"/>
              <a:ext cx="100330" cy="52069"/>
            </a:xfrm>
            <a:custGeom>
              <a:avLst/>
              <a:gdLst/>
              <a:ahLst/>
              <a:cxnLst/>
              <a:rect l="l" t="t" r="r" b="b"/>
              <a:pathLst>
                <a:path w="100330" h="52070">
                  <a:moveTo>
                    <a:pt x="34658" y="17602"/>
                  </a:moveTo>
                  <a:lnTo>
                    <a:pt x="33134" y="11137"/>
                  </a:lnTo>
                  <a:lnTo>
                    <a:pt x="30187" y="6667"/>
                  </a:lnTo>
                  <a:lnTo>
                    <a:pt x="29286" y="5359"/>
                  </a:lnTo>
                  <a:lnTo>
                    <a:pt x="27838" y="3251"/>
                  </a:lnTo>
                  <a:lnTo>
                    <a:pt x="27838" y="19113"/>
                  </a:lnTo>
                  <a:lnTo>
                    <a:pt x="27838" y="32854"/>
                  </a:lnTo>
                  <a:lnTo>
                    <a:pt x="26949" y="38011"/>
                  </a:lnTo>
                  <a:lnTo>
                    <a:pt x="25234" y="41452"/>
                  </a:lnTo>
                  <a:lnTo>
                    <a:pt x="23444" y="44894"/>
                  </a:lnTo>
                  <a:lnTo>
                    <a:pt x="20840" y="46609"/>
                  </a:lnTo>
                  <a:lnTo>
                    <a:pt x="13817" y="46609"/>
                  </a:lnTo>
                  <a:lnTo>
                    <a:pt x="11201" y="44894"/>
                  </a:lnTo>
                  <a:lnTo>
                    <a:pt x="7632" y="38011"/>
                  </a:lnTo>
                  <a:lnTo>
                    <a:pt x="6807" y="32854"/>
                  </a:lnTo>
                  <a:lnTo>
                    <a:pt x="6807" y="19113"/>
                  </a:lnTo>
                  <a:lnTo>
                    <a:pt x="7632" y="13957"/>
                  </a:lnTo>
                  <a:lnTo>
                    <a:pt x="11201" y="7073"/>
                  </a:lnTo>
                  <a:lnTo>
                    <a:pt x="13817" y="5359"/>
                  </a:lnTo>
                  <a:lnTo>
                    <a:pt x="20840" y="5359"/>
                  </a:lnTo>
                  <a:lnTo>
                    <a:pt x="23444" y="7073"/>
                  </a:lnTo>
                  <a:lnTo>
                    <a:pt x="25234" y="10515"/>
                  </a:lnTo>
                  <a:lnTo>
                    <a:pt x="26949" y="13957"/>
                  </a:lnTo>
                  <a:lnTo>
                    <a:pt x="27838" y="19113"/>
                  </a:lnTo>
                  <a:lnTo>
                    <a:pt x="27838" y="3251"/>
                  </a:lnTo>
                  <a:lnTo>
                    <a:pt x="27165" y="2260"/>
                  </a:lnTo>
                  <a:lnTo>
                    <a:pt x="22898" y="0"/>
                  </a:lnTo>
                  <a:lnTo>
                    <a:pt x="11684" y="0"/>
                  </a:lnTo>
                  <a:lnTo>
                    <a:pt x="7353" y="2260"/>
                  </a:lnTo>
                  <a:lnTo>
                    <a:pt x="4394" y="6667"/>
                  </a:lnTo>
                  <a:lnTo>
                    <a:pt x="1447" y="11137"/>
                  </a:lnTo>
                  <a:lnTo>
                    <a:pt x="0" y="17602"/>
                  </a:lnTo>
                  <a:lnTo>
                    <a:pt x="0" y="34442"/>
                  </a:lnTo>
                  <a:lnTo>
                    <a:pt x="1447" y="40906"/>
                  </a:lnTo>
                  <a:lnTo>
                    <a:pt x="7353" y="49707"/>
                  </a:lnTo>
                  <a:lnTo>
                    <a:pt x="11620" y="51904"/>
                  </a:lnTo>
                  <a:lnTo>
                    <a:pt x="22898" y="51904"/>
                  </a:lnTo>
                  <a:lnTo>
                    <a:pt x="27165" y="49707"/>
                  </a:lnTo>
                  <a:lnTo>
                    <a:pt x="29286" y="46609"/>
                  </a:lnTo>
                  <a:lnTo>
                    <a:pt x="30187" y="45300"/>
                  </a:lnTo>
                  <a:lnTo>
                    <a:pt x="33134" y="40906"/>
                  </a:lnTo>
                  <a:lnTo>
                    <a:pt x="34658" y="34442"/>
                  </a:lnTo>
                  <a:lnTo>
                    <a:pt x="34658" y="17602"/>
                  </a:lnTo>
                  <a:close/>
                </a:path>
                <a:path w="100330" h="52070">
                  <a:moveTo>
                    <a:pt x="53632" y="42481"/>
                  </a:moveTo>
                  <a:lnTo>
                    <a:pt x="46558" y="42481"/>
                  </a:lnTo>
                  <a:lnTo>
                    <a:pt x="46558" y="51003"/>
                  </a:lnTo>
                  <a:lnTo>
                    <a:pt x="53632" y="51003"/>
                  </a:lnTo>
                  <a:lnTo>
                    <a:pt x="53632" y="42481"/>
                  </a:lnTo>
                  <a:close/>
                </a:path>
                <a:path w="100330" h="52070">
                  <a:moveTo>
                    <a:pt x="100253" y="17602"/>
                  </a:moveTo>
                  <a:lnTo>
                    <a:pt x="98742" y="11137"/>
                  </a:lnTo>
                  <a:lnTo>
                    <a:pt x="95783" y="6667"/>
                  </a:lnTo>
                  <a:lnTo>
                    <a:pt x="94894" y="5359"/>
                  </a:lnTo>
                  <a:lnTo>
                    <a:pt x="93446" y="3263"/>
                  </a:lnTo>
                  <a:lnTo>
                    <a:pt x="93446" y="19113"/>
                  </a:lnTo>
                  <a:lnTo>
                    <a:pt x="93446" y="32854"/>
                  </a:lnTo>
                  <a:lnTo>
                    <a:pt x="92544" y="38011"/>
                  </a:lnTo>
                  <a:lnTo>
                    <a:pt x="90830" y="41452"/>
                  </a:lnTo>
                  <a:lnTo>
                    <a:pt x="89039" y="44894"/>
                  </a:lnTo>
                  <a:lnTo>
                    <a:pt x="86436" y="46609"/>
                  </a:lnTo>
                  <a:lnTo>
                    <a:pt x="79425" y="46609"/>
                  </a:lnTo>
                  <a:lnTo>
                    <a:pt x="76796" y="44894"/>
                  </a:lnTo>
                  <a:lnTo>
                    <a:pt x="73228" y="38011"/>
                  </a:lnTo>
                  <a:lnTo>
                    <a:pt x="72402" y="32854"/>
                  </a:lnTo>
                  <a:lnTo>
                    <a:pt x="72402" y="19113"/>
                  </a:lnTo>
                  <a:lnTo>
                    <a:pt x="73228" y="13957"/>
                  </a:lnTo>
                  <a:lnTo>
                    <a:pt x="76796" y="7073"/>
                  </a:lnTo>
                  <a:lnTo>
                    <a:pt x="79425" y="5359"/>
                  </a:lnTo>
                  <a:lnTo>
                    <a:pt x="86436" y="5359"/>
                  </a:lnTo>
                  <a:lnTo>
                    <a:pt x="89039" y="7073"/>
                  </a:lnTo>
                  <a:lnTo>
                    <a:pt x="90830" y="10515"/>
                  </a:lnTo>
                  <a:lnTo>
                    <a:pt x="92544" y="13957"/>
                  </a:lnTo>
                  <a:lnTo>
                    <a:pt x="93446" y="19113"/>
                  </a:lnTo>
                  <a:lnTo>
                    <a:pt x="93446" y="3263"/>
                  </a:lnTo>
                  <a:lnTo>
                    <a:pt x="92760" y="2260"/>
                  </a:lnTo>
                  <a:lnTo>
                    <a:pt x="88493" y="0"/>
                  </a:lnTo>
                  <a:lnTo>
                    <a:pt x="77279" y="0"/>
                  </a:lnTo>
                  <a:lnTo>
                    <a:pt x="72961" y="2260"/>
                  </a:lnTo>
                  <a:lnTo>
                    <a:pt x="70002" y="6667"/>
                  </a:lnTo>
                  <a:lnTo>
                    <a:pt x="67043" y="11137"/>
                  </a:lnTo>
                  <a:lnTo>
                    <a:pt x="65595" y="17602"/>
                  </a:lnTo>
                  <a:lnTo>
                    <a:pt x="65595" y="34442"/>
                  </a:lnTo>
                  <a:lnTo>
                    <a:pt x="67043" y="40906"/>
                  </a:lnTo>
                  <a:lnTo>
                    <a:pt x="72961" y="49707"/>
                  </a:lnTo>
                  <a:lnTo>
                    <a:pt x="77216" y="51904"/>
                  </a:lnTo>
                  <a:lnTo>
                    <a:pt x="88493" y="51904"/>
                  </a:lnTo>
                  <a:lnTo>
                    <a:pt x="92760" y="49707"/>
                  </a:lnTo>
                  <a:lnTo>
                    <a:pt x="94881" y="46609"/>
                  </a:lnTo>
                  <a:lnTo>
                    <a:pt x="95783" y="45300"/>
                  </a:lnTo>
                  <a:lnTo>
                    <a:pt x="98742" y="40906"/>
                  </a:lnTo>
                  <a:lnTo>
                    <a:pt x="100253" y="34442"/>
                  </a:lnTo>
                  <a:lnTo>
                    <a:pt x="100253" y="176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972530" y="6576799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>
                  <a:moveTo>
                    <a:pt x="20056" y="0"/>
                  </a:moveTo>
                  <a:lnTo>
                    <a:pt x="0" y="0"/>
                  </a:lnTo>
                </a:path>
              </a:pathLst>
            </a:custGeom>
            <a:ln w="45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847596" y="6551936"/>
              <a:ext cx="99060" cy="52069"/>
            </a:xfrm>
            <a:custGeom>
              <a:avLst/>
              <a:gdLst/>
              <a:ahLst/>
              <a:cxnLst/>
              <a:rect l="l" t="t" r="r" b="b"/>
              <a:pathLst>
                <a:path w="99059" h="52070">
                  <a:moveTo>
                    <a:pt x="34658" y="17602"/>
                  </a:moveTo>
                  <a:lnTo>
                    <a:pt x="33134" y="11137"/>
                  </a:lnTo>
                  <a:lnTo>
                    <a:pt x="30187" y="6667"/>
                  </a:lnTo>
                  <a:lnTo>
                    <a:pt x="29286" y="5359"/>
                  </a:lnTo>
                  <a:lnTo>
                    <a:pt x="27838" y="3251"/>
                  </a:lnTo>
                  <a:lnTo>
                    <a:pt x="27838" y="19113"/>
                  </a:lnTo>
                  <a:lnTo>
                    <a:pt x="27838" y="32854"/>
                  </a:lnTo>
                  <a:lnTo>
                    <a:pt x="26949" y="38011"/>
                  </a:lnTo>
                  <a:lnTo>
                    <a:pt x="25234" y="41452"/>
                  </a:lnTo>
                  <a:lnTo>
                    <a:pt x="23444" y="44894"/>
                  </a:lnTo>
                  <a:lnTo>
                    <a:pt x="20840" y="46609"/>
                  </a:lnTo>
                  <a:lnTo>
                    <a:pt x="13817" y="46609"/>
                  </a:lnTo>
                  <a:lnTo>
                    <a:pt x="11201" y="44894"/>
                  </a:lnTo>
                  <a:lnTo>
                    <a:pt x="7632" y="38011"/>
                  </a:lnTo>
                  <a:lnTo>
                    <a:pt x="6807" y="32854"/>
                  </a:lnTo>
                  <a:lnTo>
                    <a:pt x="6807" y="19113"/>
                  </a:lnTo>
                  <a:lnTo>
                    <a:pt x="7632" y="13957"/>
                  </a:lnTo>
                  <a:lnTo>
                    <a:pt x="11201" y="7073"/>
                  </a:lnTo>
                  <a:lnTo>
                    <a:pt x="13817" y="5359"/>
                  </a:lnTo>
                  <a:lnTo>
                    <a:pt x="20840" y="5359"/>
                  </a:lnTo>
                  <a:lnTo>
                    <a:pt x="23444" y="7073"/>
                  </a:lnTo>
                  <a:lnTo>
                    <a:pt x="25234" y="10515"/>
                  </a:lnTo>
                  <a:lnTo>
                    <a:pt x="26949" y="13957"/>
                  </a:lnTo>
                  <a:lnTo>
                    <a:pt x="27838" y="19113"/>
                  </a:lnTo>
                  <a:lnTo>
                    <a:pt x="27838" y="3251"/>
                  </a:lnTo>
                  <a:lnTo>
                    <a:pt x="27165" y="2260"/>
                  </a:lnTo>
                  <a:lnTo>
                    <a:pt x="22898" y="0"/>
                  </a:lnTo>
                  <a:lnTo>
                    <a:pt x="11684" y="0"/>
                  </a:lnTo>
                  <a:lnTo>
                    <a:pt x="7353" y="2260"/>
                  </a:lnTo>
                  <a:lnTo>
                    <a:pt x="4394" y="6667"/>
                  </a:lnTo>
                  <a:lnTo>
                    <a:pt x="1447" y="11137"/>
                  </a:lnTo>
                  <a:lnTo>
                    <a:pt x="0" y="17602"/>
                  </a:lnTo>
                  <a:lnTo>
                    <a:pt x="0" y="34442"/>
                  </a:lnTo>
                  <a:lnTo>
                    <a:pt x="1447" y="40906"/>
                  </a:lnTo>
                  <a:lnTo>
                    <a:pt x="7353" y="49707"/>
                  </a:lnTo>
                  <a:lnTo>
                    <a:pt x="11620" y="51904"/>
                  </a:lnTo>
                  <a:lnTo>
                    <a:pt x="22898" y="51904"/>
                  </a:lnTo>
                  <a:lnTo>
                    <a:pt x="27165" y="49707"/>
                  </a:lnTo>
                  <a:lnTo>
                    <a:pt x="29286" y="46609"/>
                  </a:lnTo>
                  <a:lnTo>
                    <a:pt x="30187" y="45300"/>
                  </a:lnTo>
                  <a:lnTo>
                    <a:pt x="33134" y="40906"/>
                  </a:lnTo>
                  <a:lnTo>
                    <a:pt x="34658" y="34442"/>
                  </a:lnTo>
                  <a:lnTo>
                    <a:pt x="34658" y="17602"/>
                  </a:lnTo>
                  <a:close/>
                </a:path>
                <a:path w="99059" h="52070">
                  <a:moveTo>
                    <a:pt x="53632" y="42481"/>
                  </a:moveTo>
                  <a:lnTo>
                    <a:pt x="46558" y="42481"/>
                  </a:lnTo>
                  <a:lnTo>
                    <a:pt x="46558" y="51003"/>
                  </a:lnTo>
                  <a:lnTo>
                    <a:pt x="53632" y="51003"/>
                  </a:lnTo>
                  <a:lnTo>
                    <a:pt x="53632" y="42481"/>
                  </a:lnTo>
                  <a:close/>
                </a:path>
                <a:path w="99059" h="52070">
                  <a:moveTo>
                    <a:pt x="98463" y="45300"/>
                  </a:moveTo>
                  <a:lnTo>
                    <a:pt x="87401" y="45300"/>
                  </a:lnTo>
                  <a:lnTo>
                    <a:pt x="87401" y="889"/>
                  </a:lnTo>
                  <a:lnTo>
                    <a:pt x="80594" y="889"/>
                  </a:lnTo>
                  <a:lnTo>
                    <a:pt x="68630" y="3302"/>
                  </a:lnTo>
                  <a:lnTo>
                    <a:pt x="68630" y="9486"/>
                  </a:lnTo>
                  <a:lnTo>
                    <a:pt x="80657" y="7073"/>
                  </a:lnTo>
                  <a:lnTo>
                    <a:pt x="80657" y="45300"/>
                  </a:lnTo>
                  <a:lnTo>
                    <a:pt x="69583" y="45300"/>
                  </a:lnTo>
                  <a:lnTo>
                    <a:pt x="69583" y="51003"/>
                  </a:lnTo>
                  <a:lnTo>
                    <a:pt x="98463" y="51003"/>
                  </a:lnTo>
                  <a:lnTo>
                    <a:pt x="98463" y="45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992586" y="6576799"/>
              <a:ext cx="169545" cy="169545"/>
            </a:xfrm>
            <a:custGeom>
              <a:avLst/>
              <a:gdLst/>
              <a:ahLst/>
              <a:cxnLst/>
              <a:rect l="l" t="t" r="r" b="b"/>
              <a:pathLst>
                <a:path w="169544" h="169545">
                  <a:moveTo>
                    <a:pt x="0" y="168960"/>
                  </a:moveTo>
                  <a:lnTo>
                    <a:pt x="0" y="0"/>
                  </a:lnTo>
                </a:path>
                <a:path w="169544" h="169545">
                  <a:moveTo>
                    <a:pt x="168995" y="168960"/>
                  </a:moveTo>
                  <a:lnTo>
                    <a:pt x="168995" y="0"/>
                  </a:lnTo>
                </a:path>
                <a:path w="169544" h="169545">
                  <a:moveTo>
                    <a:pt x="0" y="168960"/>
                  </a:moveTo>
                  <a:lnTo>
                    <a:pt x="168995" y="168960"/>
                  </a:lnTo>
                </a:path>
                <a:path w="169544" h="169545">
                  <a:moveTo>
                    <a:pt x="0" y="0"/>
                  </a:moveTo>
                  <a:lnTo>
                    <a:pt x="168995" y="0"/>
                  </a:lnTo>
                </a:path>
              </a:pathLst>
            </a:custGeom>
            <a:ln w="45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96" y="10544288"/>
            <a:ext cx="517020" cy="40526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0164612" y="3148857"/>
            <a:ext cx="9825355" cy="4789805"/>
            <a:chOff x="10164612" y="3148857"/>
            <a:chExt cx="9825355" cy="478980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64612" y="3148857"/>
              <a:ext cx="9824936" cy="478923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402095" y="3236080"/>
              <a:ext cx="1395095" cy="998219"/>
            </a:xfrm>
            <a:custGeom>
              <a:avLst/>
              <a:gdLst/>
              <a:ahLst/>
              <a:cxnLst/>
              <a:rect l="l" t="t" r="r" b="b"/>
              <a:pathLst>
                <a:path w="1395094" h="998220">
                  <a:moveTo>
                    <a:pt x="1394721" y="0"/>
                  </a:moveTo>
                  <a:lnTo>
                    <a:pt x="0" y="0"/>
                  </a:lnTo>
                  <a:lnTo>
                    <a:pt x="0" y="998126"/>
                  </a:lnTo>
                  <a:lnTo>
                    <a:pt x="1394721" y="998126"/>
                  </a:lnTo>
                  <a:lnTo>
                    <a:pt x="13947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06478" y="3064755"/>
            <a:ext cx="9825355" cy="4873625"/>
            <a:chOff x="106478" y="3064755"/>
            <a:chExt cx="9825355" cy="487362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478" y="3148857"/>
              <a:ext cx="9824936" cy="478923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171834" y="3064755"/>
              <a:ext cx="1395095" cy="998219"/>
            </a:xfrm>
            <a:custGeom>
              <a:avLst/>
              <a:gdLst/>
              <a:ahLst/>
              <a:cxnLst/>
              <a:rect l="l" t="t" r="r" b="b"/>
              <a:pathLst>
                <a:path w="1395095" h="998220">
                  <a:moveTo>
                    <a:pt x="1394721" y="0"/>
                  </a:moveTo>
                  <a:lnTo>
                    <a:pt x="0" y="0"/>
                  </a:lnTo>
                  <a:lnTo>
                    <a:pt x="0" y="998126"/>
                  </a:lnTo>
                  <a:lnTo>
                    <a:pt x="1394721" y="998126"/>
                  </a:lnTo>
                  <a:lnTo>
                    <a:pt x="13947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767" y="10463304"/>
            <a:ext cx="577040" cy="526549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341586" y="364251"/>
            <a:ext cx="13633684" cy="1430643"/>
          </a:xfrm>
          <a:prstGeom prst="rect">
            <a:avLst/>
          </a:prstGeom>
        </p:spPr>
        <p:txBody>
          <a:bodyPr vert="horz" wrap="square" lIns="0" tIns="604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MASKING NOUNS AND VERBS IMPROVES PREDICTION ACCURACY IN SOME AREAS</a:t>
            </a:r>
            <a:endParaRPr spc="-10" dirty="0"/>
          </a:p>
        </p:txBody>
      </p:sp>
      <p:sp>
        <p:nvSpPr>
          <p:cNvPr id="13" name="object 13"/>
          <p:cNvSpPr/>
          <p:nvPr/>
        </p:nvSpPr>
        <p:spPr>
          <a:xfrm>
            <a:off x="4321587" y="2507520"/>
            <a:ext cx="1395095" cy="998219"/>
          </a:xfrm>
          <a:custGeom>
            <a:avLst/>
            <a:gdLst/>
            <a:ahLst/>
            <a:cxnLst/>
            <a:rect l="l" t="t" r="r" b="b"/>
            <a:pathLst>
              <a:path w="1395095" h="998220">
                <a:moveTo>
                  <a:pt x="1394721" y="0"/>
                </a:moveTo>
                <a:lnTo>
                  <a:pt x="0" y="0"/>
                </a:lnTo>
                <a:lnTo>
                  <a:pt x="0" y="998126"/>
                </a:lnTo>
                <a:lnTo>
                  <a:pt x="1394721" y="998126"/>
                </a:lnTo>
                <a:lnTo>
                  <a:pt x="1394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586844" y="2507520"/>
            <a:ext cx="1395095" cy="998219"/>
          </a:xfrm>
          <a:custGeom>
            <a:avLst/>
            <a:gdLst/>
            <a:ahLst/>
            <a:cxnLst/>
            <a:rect l="l" t="t" r="r" b="b"/>
            <a:pathLst>
              <a:path w="1395094" h="998220">
                <a:moveTo>
                  <a:pt x="1394721" y="0"/>
                </a:moveTo>
                <a:lnTo>
                  <a:pt x="0" y="0"/>
                </a:lnTo>
                <a:lnTo>
                  <a:pt x="0" y="998126"/>
                </a:lnTo>
                <a:lnTo>
                  <a:pt x="1394721" y="998126"/>
                </a:lnTo>
                <a:lnTo>
                  <a:pt x="1394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112353" y="2429947"/>
            <a:ext cx="3660775" cy="1307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98500">
              <a:lnSpc>
                <a:spcPct val="106500"/>
              </a:lnSpc>
              <a:spcBef>
                <a:spcPts val="95"/>
              </a:spcBef>
            </a:pPr>
            <a:r>
              <a:rPr sz="3950" b="1" dirty="0">
                <a:latin typeface="Arial"/>
                <a:cs typeface="Arial"/>
              </a:rPr>
              <a:t>Subject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50" dirty="0">
                <a:latin typeface="Arial"/>
                <a:cs typeface="Arial"/>
              </a:rPr>
              <a:t>7 </a:t>
            </a:r>
            <a:r>
              <a:rPr sz="3950" b="1" dirty="0">
                <a:latin typeface="Arial"/>
                <a:cs typeface="Arial"/>
              </a:rPr>
              <a:t>Baseline</a:t>
            </a:r>
            <a:r>
              <a:rPr sz="3950" b="1" spc="-10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-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20" dirty="0">
                <a:latin typeface="Arial"/>
                <a:cs typeface="Arial"/>
              </a:rPr>
              <a:t>Verb</a:t>
            </a:r>
            <a:endParaRPr sz="3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861011" y="2467643"/>
            <a:ext cx="226314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Subject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50" dirty="0">
                <a:latin typeface="Arial"/>
                <a:cs typeface="Arial"/>
              </a:rPr>
              <a:t>7</a:t>
            </a:r>
            <a:endParaRPr sz="39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78459" y="3108461"/>
            <a:ext cx="382905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Baseline</a:t>
            </a:r>
            <a:r>
              <a:rPr sz="3950" b="1" spc="-10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-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20" dirty="0">
                <a:latin typeface="Arial"/>
                <a:cs typeface="Arial"/>
              </a:rPr>
              <a:t>Noun</a:t>
            </a:r>
            <a:endParaRPr sz="39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278433" y="7997735"/>
            <a:ext cx="5564505" cy="377825"/>
            <a:chOff x="7278433" y="7997735"/>
            <a:chExt cx="5564505" cy="377825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92621" y="7997735"/>
              <a:ext cx="5541104" cy="21271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296159" y="8220060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0"/>
                  </a:moveTo>
                  <a:lnTo>
                    <a:pt x="0" y="155105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96159" y="8220060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0"/>
                  </a:moveTo>
                  <a:lnTo>
                    <a:pt x="0" y="155105"/>
                  </a:lnTo>
                </a:path>
              </a:pathLst>
            </a:custGeom>
            <a:ln w="35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678339" y="8220060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0"/>
                  </a:moveTo>
                  <a:lnTo>
                    <a:pt x="0" y="155105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678339" y="8220060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0"/>
                  </a:moveTo>
                  <a:lnTo>
                    <a:pt x="0" y="155105"/>
                  </a:lnTo>
                </a:path>
              </a:pathLst>
            </a:custGeom>
            <a:ln w="35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60519" y="8220060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0"/>
                  </a:moveTo>
                  <a:lnTo>
                    <a:pt x="0" y="155105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060519" y="8220060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0"/>
                  </a:moveTo>
                  <a:lnTo>
                    <a:pt x="0" y="155105"/>
                  </a:lnTo>
                </a:path>
              </a:pathLst>
            </a:custGeom>
            <a:ln w="35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442700" y="8220060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0"/>
                  </a:moveTo>
                  <a:lnTo>
                    <a:pt x="0" y="155105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442700" y="8220060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0"/>
                  </a:moveTo>
                  <a:lnTo>
                    <a:pt x="0" y="155105"/>
                  </a:lnTo>
                </a:path>
              </a:pathLst>
            </a:custGeom>
            <a:ln w="35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824879" y="8220060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0"/>
                  </a:moveTo>
                  <a:lnTo>
                    <a:pt x="0" y="155105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824879" y="8220060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0"/>
                  </a:moveTo>
                  <a:lnTo>
                    <a:pt x="0" y="155105"/>
                  </a:lnTo>
                </a:path>
              </a:pathLst>
            </a:custGeom>
            <a:ln w="35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96159" y="8020639"/>
              <a:ext cx="5528945" cy="200025"/>
            </a:xfrm>
            <a:custGeom>
              <a:avLst/>
              <a:gdLst/>
              <a:ahLst/>
              <a:cxnLst/>
              <a:rect l="l" t="t" r="r" b="b"/>
              <a:pathLst>
                <a:path w="5528945" h="200025">
                  <a:moveTo>
                    <a:pt x="0" y="199420"/>
                  </a:moveTo>
                  <a:lnTo>
                    <a:pt x="0" y="99710"/>
                  </a:lnTo>
                  <a:lnTo>
                    <a:pt x="0" y="0"/>
                  </a:lnTo>
                  <a:lnTo>
                    <a:pt x="5528720" y="0"/>
                  </a:lnTo>
                  <a:lnTo>
                    <a:pt x="5528720" y="99710"/>
                  </a:lnTo>
                  <a:lnTo>
                    <a:pt x="5528720" y="199420"/>
                  </a:lnTo>
                  <a:lnTo>
                    <a:pt x="0" y="199420"/>
                  </a:lnTo>
                  <a:close/>
                </a:path>
              </a:pathLst>
            </a:custGeom>
            <a:ln w="354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29670" y="8535165"/>
            <a:ext cx="133755" cy="200747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7309337" y="8699483"/>
            <a:ext cx="27940" cy="33020"/>
          </a:xfrm>
          <a:custGeom>
            <a:avLst/>
            <a:gdLst/>
            <a:ahLst/>
            <a:cxnLst/>
            <a:rect l="l" t="t" r="r" b="b"/>
            <a:pathLst>
              <a:path w="27940" h="33020">
                <a:moveTo>
                  <a:pt x="27329" y="0"/>
                </a:moveTo>
                <a:lnTo>
                  <a:pt x="0" y="0"/>
                </a:lnTo>
                <a:lnTo>
                  <a:pt x="0" y="32972"/>
                </a:lnTo>
                <a:lnTo>
                  <a:pt x="27329" y="32972"/>
                </a:lnTo>
                <a:lnTo>
                  <a:pt x="273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7394518" y="8535165"/>
            <a:ext cx="291465" cy="201295"/>
            <a:chOff x="7394518" y="8535165"/>
            <a:chExt cx="291465" cy="201295"/>
          </a:xfrm>
        </p:grpSpPr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94518" y="8538627"/>
              <a:ext cx="115179" cy="19383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51622" y="8535165"/>
              <a:ext cx="133755" cy="200747"/>
            </a:xfrm>
            <a:prstGeom prst="rect">
              <a:avLst/>
            </a:prstGeom>
          </p:spPr>
        </p:pic>
      </p:grpSp>
      <p:sp>
        <p:nvSpPr>
          <p:cNvPr id="36" name="object 36"/>
          <p:cNvSpPr/>
          <p:nvPr/>
        </p:nvSpPr>
        <p:spPr>
          <a:xfrm>
            <a:off x="6917925" y="8638061"/>
            <a:ext cx="166370" cy="22225"/>
          </a:xfrm>
          <a:custGeom>
            <a:avLst/>
            <a:gdLst/>
            <a:ahLst/>
            <a:cxnLst/>
            <a:rect l="l" t="t" r="r" b="b"/>
            <a:pathLst>
              <a:path w="166370" h="22225">
                <a:moveTo>
                  <a:pt x="166131" y="0"/>
                </a:moveTo>
                <a:lnTo>
                  <a:pt x="0" y="0"/>
                </a:lnTo>
                <a:lnTo>
                  <a:pt x="0" y="22072"/>
                </a:lnTo>
                <a:lnTo>
                  <a:pt x="166131" y="22072"/>
                </a:lnTo>
                <a:lnTo>
                  <a:pt x="1661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11849" y="8535165"/>
            <a:ext cx="133755" cy="200747"/>
          </a:xfrm>
          <a:prstGeom prst="rect">
            <a:avLst/>
          </a:prstGeom>
        </p:spPr>
      </p:pic>
      <p:sp>
        <p:nvSpPr>
          <p:cNvPr id="38" name="object 38"/>
          <p:cNvSpPr/>
          <p:nvPr/>
        </p:nvSpPr>
        <p:spPr>
          <a:xfrm>
            <a:off x="8691515" y="8699483"/>
            <a:ext cx="27940" cy="33020"/>
          </a:xfrm>
          <a:custGeom>
            <a:avLst/>
            <a:gdLst/>
            <a:ahLst/>
            <a:cxnLst/>
            <a:rect l="l" t="t" r="r" b="b"/>
            <a:pathLst>
              <a:path w="27940" h="33020">
                <a:moveTo>
                  <a:pt x="27329" y="0"/>
                </a:moveTo>
                <a:lnTo>
                  <a:pt x="0" y="0"/>
                </a:lnTo>
                <a:lnTo>
                  <a:pt x="0" y="32972"/>
                </a:lnTo>
                <a:lnTo>
                  <a:pt x="27329" y="32972"/>
                </a:lnTo>
                <a:lnTo>
                  <a:pt x="273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8765020" y="8535165"/>
            <a:ext cx="297180" cy="201295"/>
            <a:chOff x="8765020" y="8535165"/>
            <a:chExt cx="297180" cy="201295"/>
          </a:xfrm>
        </p:grpSpPr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65020" y="8535165"/>
              <a:ext cx="133755" cy="20074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36719" y="8538624"/>
              <a:ext cx="125263" cy="197292"/>
            </a:xfrm>
            <a:prstGeom prst="rect">
              <a:avLst/>
            </a:prstGeom>
          </p:spPr>
        </p:pic>
      </p:grpSp>
      <p:sp>
        <p:nvSpPr>
          <p:cNvPr id="42" name="object 42"/>
          <p:cNvSpPr/>
          <p:nvPr/>
        </p:nvSpPr>
        <p:spPr>
          <a:xfrm>
            <a:off x="8300113" y="8638061"/>
            <a:ext cx="166370" cy="22225"/>
          </a:xfrm>
          <a:custGeom>
            <a:avLst/>
            <a:gdLst/>
            <a:ahLst/>
            <a:cxnLst/>
            <a:rect l="l" t="t" r="r" b="b"/>
            <a:pathLst>
              <a:path w="166370" h="22225">
                <a:moveTo>
                  <a:pt x="166131" y="0"/>
                </a:moveTo>
                <a:lnTo>
                  <a:pt x="0" y="0"/>
                </a:lnTo>
                <a:lnTo>
                  <a:pt x="0" y="22072"/>
                </a:lnTo>
                <a:lnTo>
                  <a:pt x="166131" y="22072"/>
                </a:lnTo>
                <a:lnTo>
                  <a:pt x="1661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object 4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782937" y="8535165"/>
            <a:ext cx="133755" cy="200747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9962597" y="8699483"/>
            <a:ext cx="27940" cy="33020"/>
          </a:xfrm>
          <a:custGeom>
            <a:avLst/>
            <a:gdLst/>
            <a:ahLst/>
            <a:cxnLst/>
            <a:rect l="l" t="t" r="r" b="b"/>
            <a:pathLst>
              <a:path w="27940" h="33020">
                <a:moveTo>
                  <a:pt x="27329" y="0"/>
                </a:moveTo>
                <a:lnTo>
                  <a:pt x="0" y="0"/>
                </a:lnTo>
                <a:lnTo>
                  <a:pt x="0" y="32972"/>
                </a:lnTo>
                <a:lnTo>
                  <a:pt x="27329" y="32972"/>
                </a:lnTo>
                <a:lnTo>
                  <a:pt x="273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10036108" y="8535165"/>
            <a:ext cx="302895" cy="201295"/>
            <a:chOff x="10036108" y="8535165"/>
            <a:chExt cx="302895" cy="201295"/>
          </a:xfrm>
        </p:grpSpPr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36108" y="8535165"/>
              <a:ext cx="133755" cy="20074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204889" y="8535165"/>
              <a:ext cx="133755" cy="200747"/>
            </a:xfrm>
            <a:prstGeom prst="rect">
              <a:avLst/>
            </a:prstGeom>
          </p:spPr>
        </p:pic>
      </p:grpSp>
      <p:pic>
        <p:nvPicPr>
          <p:cNvPr id="48" name="object 4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165115" y="8535165"/>
            <a:ext cx="133755" cy="200747"/>
          </a:xfrm>
          <a:prstGeom prst="rect">
            <a:avLst/>
          </a:prstGeom>
        </p:spPr>
      </p:pic>
      <p:sp>
        <p:nvSpPr>
          <p:cNvPr id="49" name="object 49"/>
          <p:cNvSpPr/>
          <p:nvPr/>
        </p:nvSpPr>
        <p:spPr>
          <a:xfrm>
            <a:off x="11344785" y="8699483"/>
            <a:ext cx="27940" cy="33020"/>
          </a:xfrm>
          <a:custGeom>
            <a:avLst/>
            <a:gdLst/>
            <a:ahLst/>
            <a:cxnLst/>
            <a:rect l="l" t="t" r="r" b="b"/>
            <a:pathLst>
              <a:path w="27940" h="33020">
                <a:moveTo>
                  <a:pt x="27329" y="0"/>
                </a:moveTo>
                <a:lnTo>
                  <a:pt x="0" y="0"/>
                </a:lnTo>
                <a:lnTo>
                  <a:pt x="0" y="32972"/>
                </a:lnTo>
                <a:lnTo>
                  <a:pt x="27329" y="32972"/>
                </a:lnTo>
                <a:lnTo>
                  <a:pt x="273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0" name="object 50"/>
          <p:cNvGrpSpPr/>
          <p:nvPr/>
        </p:nvGrpSpPr>
        <p:grpSpPr>
          <a:xfrm>
            <a:off x="11418289" y="8535165"/>
            <a:ext cx="297180" cy="201295"/>
            <a:chOff x="11418289" y="8535165"/>
            <a:chExt cx="297180" cy="201295"/>
          </a:xfrm>
        </p:grpSpPr>
        <p:pic>
          <p:nvPicPr>
            <p:cNvPr id="51" name="object 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418289" y="8535165"/>
              <a:ext cx="133755" cy="20074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589992" y="8538624"/>
              <a:ext cx="125252" cy="197292"/>
            </a:xfrm>
            <a:prstGeom prst="rect">
              <a:avLst/>
            </a:prstGeom>
          </p:spPr>
        </p:pic>
      </p:grpSp>
      <p:pic>
        <p:nvPicPr>
          <p:cNvPr id="53" name="object 5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2547303" y="8535165"/>
            <a:ext cx="133744" cy="200747"/>
          </a:xfrm>
          <a:prstGeom prst="rect">
            <a:avLst/>
          </a:prstGeom>
        </p:spPr>
      </p:pic>
      <p:sp>
        <p:nvSpPr>
          <p:cNvPr id="54" name="object 54"/>
          <p:cNvSpPr/>
          <p:nvPr/>
        </p:nvSpPr>
        <p:spPr>
          <a:xfrm>
            <a:off x="12726963" y="8699483"/>
            <a:ext cx="27940" cy="33020"/>
          </a:xfrm>
          <a:custGeom>
            <a:avLst/>
            <a:gdLst/>
            <a:ahLst/>
            <a:cxnLst/>
            <a:rect l="l" t="t" r="r" b="b"/>
            <a:pathLst>
              <a:path w="27940" h="33020">
                <a:moveTo>
                  <a:pt x="27329" y="0"/>
                </a:moveTo>
                <a:lnTo>
                  <a:pt x="0" y="0"/>
                </a:lnTo>
                <a:lnTo>
                  <a:pt x="0" y="32972"/>
                </a:lnTo>
                <a:lnTo>
                  <a:pt x="27329" y="32972"/>
                </a:lnTo>
                <a:lnTo>
                  <a:pt x="273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5" name="object 55"/>
          <p:cNvGrpSpPr/>
          <p:nvPr/>
        </p:nvGrpSpPr>
        <p:grpSpPr>
          <a:xfrm>
            <a:off x="12812144" y="8535165"/>
            <a:ext cx="291465" cy="201295"/>
            <a:chOff x="12812144" y="8535165"/>
            <a:chExt cx="291465" cy="201295"/>
          </a:xfrm>
        </p:grpSpPr>
        <p:pic>
          <p:nvPicPr>
            <p:cNvPr id="56" name="object 5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812144" y="8538627"/>
              <a:ext cx="115179" cy="193837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969249" y="8535165"/>
              <a:ext cx="133755" cy="200747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9087806" y="7629370"/>
            <a:ext cx="192786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dirty="0">
                <a:latin typeface="Arial"/>
                <a:cs typeface="Arial"/>
              </a:rPr>
              <a:t>baseline-</a:t>
            </a:r>
            <a:r>
              <a:rPr sz="1950" spc="-10" dirty="0">
                <a:latin typeface="Arial"/>
                <a:cs typeface="Arial"/>
              </a:rPr>
              <a:t>masked</a:t>
            </a:r>
            <a:endParaRPr sz="1950">
              <a:latin typeface="Arial"/>
              <a:cs typeface="Arial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59" name="object 59"/>
          <p:cNvSpPr txBox="1"/>
          <p:nvPr/>
        </p:nvSpPr>
        <p:spPr>
          <a:xfrm>
            <a:off x="5849035" y="8828078"/>
            <a:ext cx="1704339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dirty="0">
                <a:latin typeface="Arial"/>
                <a:cs typeface="Arial"/>
              </a:rPr>
              <a:t>baseline</a:t>
            </a:r>
            <a:r>
              <a:rPr sz="1950" spc="60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worse</a:t>
            </a:r>
            <a:endParaRPr sz="19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2197659" y="8870798"/>
            <a:ext cx="164655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dirty="0">
                <a:latin typeface="Arial"/>
                <a:cs typeface="Arial"/>
              </a:rPr>
              <a:t>masked</a:t>
            </a:r>
            <a:r>
              <a:rPr sz="1950" spc="55" dirty="0">
                <a:latin typeface="Arial"/>
                <a:cs typeface="Arial"/>
              </a:rPr>
              <a:t> </a:t>
            </a:r>
            <a:r>
              <a:rPr sz="1950" spc="-20" dirty="0">
                <a:latin typeface="Arial"/>
                <a:cs typeface="Arial"/>
              </a:rPr>
              <a:t>worse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62" name="object 2">
            <a:extLst>
              <a:ext uri="{FF2B5EF4-FFF2-40B4-BE49-F238E27FC236}">
                <a16:creationId xmlns:a16="http://schemas.microsoft.com/office/drawing/2014/main" id="{0C32954E-D124-61F0-7F26-FF68680E6D1C}"/>
              </a:ext>
            </a:extLst>
          </p:cNvPr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7202D-88C3-7EF7-E670-665AD851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>
            <a:extLst>
              <a:ext uri="{FF2B5EF4-FFF2-40B4-BE49-F238E27FC236}">
                <a16:creationId xmlns:a16="http://schemas.microsoft.com/office/drawing/2014/main" id="{72C2BB1D-CB80-CD9B-D537-C02762C83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3450" y="2835275"/>
            <a:ext cx="10500439" cy="5432878"/>
          </a:xfrm>
          <a:prstGeom prst="rect">
            <a:avLst/>
          </a:prstGeom>
        </p:spPr>
      </p:pic>
      <p:pic>
        <p:nvPicPr>
          <p:cNvPr id="2" name="object 2">
            <a:extLst>
              <a:ext uri="{FF2B5EF4-FFF2-40B4-BE49-F238E27FC236}">
                <a16:creationId xmlns:a16="http://schemas.microsoft.com/office/drawing/2014/main" id="{CA445C1C-A210-10DE-D173-55DCAC742AD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96" y="10544288"/>
            <a:ext cx="517020" cy="405262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9CE564C6-23C4-0452-1DB1-94111789F2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4950" y="2835275"/>
            <a:ext cx="10500439" cy="5432878"/>
          </a:xfrm>
          <a:prstGeom prst="rect">
            <a:avLst/>
          </a:prstGeom>
        </p:spPr>
      </p:pic>
      <p:pic>
        <p:nvPicPr>
          <p:cNvPr id="10" name="object 10">
            <a:extLst>
              <a:ext uri="{FF2B5EF4-FFF2-40B4-BE49-F238E27FC236}">
                <a16:creationId xmlns:a16="http://schemas.microsoft.com/office/drawing/2014/main" id="{61ECDBC8-49CB-C2F7-D3CA-F34ACFC624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767" y="10463304"/>
            <a:ext cx="577040" cy="526549"/>
          </a:xfrm>
          <a:prstGeom prst="rect">
            <a:avLst/>
          </a:prstGeom>
        </p:spPr>
      </p:pic>
      <p:sp>
        <p:nvSpPr>
          <p:cNvPr id="12" name="object 12" descr="$PPTXTitle">
            <a:extLst>
              <a:ext uri="{FF2B5EF4-FFF2-40B4-BE49-F238E27FC236}">
                <a16:creationId xmlns:a16="http://schemas.microsoft.com/office/drawing/2014/main" id="{ADCBB932-6D25-829E-1173-24DD06E4B5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1586" y="364251"/>
            <a:ext cx="13519425" cy="1430643"/>
          </a:xfrm>
          <a:prstGeom prst="rect">
            <a:avLst/>
          </a:prstGeom>
        </p:spPr>
        <p:txBody>
          <a:bodyPr vert="horz" wrap="square" lIns="0" tIns="604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MASKING OF LEXICAL EMBEDDINGS PRODUCES SIMILAR SENSITIVITY MAPS</a:t>
            </a:r>
            <a:endParaRPr lang="en-US" spc="-10"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7BE101A8-6B74-241D-17F5-16D1AAEF462A}"/>
              </a:ext>
            </a:extLst>
          </p:cNvPr>
          <p:cNvSpPr/>
          <p:nvPr/>
        </p:nvSpPr>
        <p:spPr>
          <a:xfrm>
            <a:off x="4321587" y="2507520"/>
            <a:ext cx="1395095" cy="998219"/>
          </a:xfrm>
          <a:custGeom>
            <a:avLst/>
            <a:gdLst/>
            <a:ahLst/>
            <a:cxnLst/>
            <a:rect l="l" t="t" r="r" b="b"/>
            <a:pathLst>
              <a:path w="1395095" h="998220">
                <a:moveTo>
                  <a:pt x="1394721" y="0"/>
                </a:moveTo>
                <a:lnTo>
                  <a:pt x="0" y="0"/>
                </a:lnTo>
                <a:lnTo>
                  <a:pt x="0" y="998126"/>
                </a:lnTo>
                <a:lnTo>
                  <a:pt x="1394721" y="998126"/>
                </a:lnTo>
                <a:lnTo>
                  <a:pt x="1394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04357207-8902-16AC-F689-A07C133A5F48}"/>
              </a:ext>
            </a:extLst>
          </p:cNvPr>
          <p:cNvSpPr/>
          <p:nvPr/>
        </p:nvSpPr>
        <p:spPr>
          <a:xfrm>
            <a:off x="14586844" y="2507520"/>
            <a:ext cx="1395095" cy="998219"/>
          </a:xfrm>
          <a:custGeom>
            <a:avLst/>
            <a:gdLst/>
            <a:ahLst/>
            <a:cxnLst/>
            <a:rect l="l" t="t" r="r" b="b"/>
            <a:pathLst>
              <a:path w="1395094" h="998220">
                <a:moveTo>
                  <a:pt x="1394721" y="0"/>
                </a:moveTo>
                <a:lnTo>
                  <a:pt x="0" y="0"/>
                </a:lnTo>
                <a:lnTo>
                  <a:pt x="0" y="998126"/>
                </a:lnTo>
                <a:lnTo>
                  <a:pt x="1394721" y="998126"/>
                </a:lnTo>
                <a:lnTo>
                  <a:pt x="1394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57ECEE7-B965-C67D-0DF3-C5B846B81273}"/>
              </a:ext>
            </a:extLst>
          </p:cNvPr>
          <p:cNvSpPr txBox="1"/>
          <p:nvPr/>
        </p:nvSpPr>
        <p:spPr>
          <a:xfrm>
            <a:off x="3112353" y="2429947"/>
            <a:ext cx="3660775" cy="1307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98500">
              <a:lnSpc>
                <a:spcPct val="106500"/>
              </a:lnSpc>
              <a:spcBef>
                <a:spcPts val="95"/>
              </a:spcBef>
            </a:pPr>
            <a:r>
              <a:rPr sz="3950" b="1" dirty="0">
                <a:latin typeface="Arial"/>
                <a:cs typeface="Arial"/>
              </a:rPr>
              <a:t>Subject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50" dirty="0">
                <a:latin typeface="Arial"/>
                <a:cs typeface="Arial"/>
              </a:rPr>
              <a:t>7 </a:t>
            </a:r>
            <a:r>
              <a:rPr sz="3950" b="1" dirty="0">
                <a:latin typeface="Arial"/>
                <a:cs typeface="Arial"/>
              </a:rPr>
              <a:t>Baseline</a:t>
            </a:r>
            <a:r>
              <a:rPr sz="3950" b="1" spc="-10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-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20" dirty="0">
                <a:latin typeface="Arial"/>
                <a:cs typeface="Arial"/>
              </a:rPr>
              <a:t>Verb</a:t>
            </a:r>
            <a:endParaRPr sz="3950" dirty="0"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CBE20153-CC0E-8C67-B834-8F1E6F59ED6C}"/>
              </a:ext>
            </a:extLst>
          </p:cNvPr>
          <p:cNvSpPr txBox="1"/>
          <p:nvPr/>
        </p:nvSpPr>
        <p:spPr>
          <a:xfrm>
            <a:off x="13861011" y="2467643"/>
            <a:ext cx="226314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Subject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50" dirty="0">
                <a:latin typeface="Arial"/>
                <a:cs typeface="Arial"/>
              </a:rPr>
              <a:t>7</a:t>
            </a:r>
            <a:endParaRPr sz="3950">
              <a:latin typeface="Arial"/>
              <a:cs typeface="Arial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104453D3-FDF6-79E9-C902-57757BBB6AD4}"/>
              </a:ext>
            </a:extLst>
          </p:cNvPr>
          <p:cNvSpPr txBox="1"/>
          <p:nvPr/>
        </p:nvSpPr>
        <p:spPr>
          <a:xfrm>
            <a:off x="13078459" y="3108461"/>
            <a:ext cx="382905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Baseline</a:t>
            </a:r>
            <a:r>
              <a:rPr sz="3950" b="1" spc="-10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-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spc="-20" dirty="0">
                <a:latin typeface="Arial"/>
                <a:cs typeface="Arial"/>
              </a:rPr>
              <a:t>Noun</a:t>
            </a:r>
            <a:endParaRPr sz="3950" dirty="0">
              <a:latin typeface="Arial"/>
              <a:cs typeface="Arial"/>
            </a:endParaRPr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12EC5DA9-6C48-FD49-6F5D-FD5AAC58323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pic>
        <p:nvPicPr>
          <p:cNvPr id="68" name="object 20">
            <a:extLst>
              <a:ext uri="{FF2B5EF4-FFF2-40B4-BE49-F238E27FC236}">
                <a16:creationId xmlns:a16="http://schemas.microsoft.com/office/drawing/2014/main" id="{A2578390-CA6B-05C4-AACE-0701585C464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13677" y="7076707"/>
            <a:ext cx="2075866" cy="1951314"/>
          </a:xfrm>
          <a:prstGeom prst="rect">
            <a:avLst/>
          </a:prstGeom>
        </p:spPr>
      </p:pic>
      <p:pic>
        <p:nvPicPr>
          <p:cNvPr id="4" name="object 2">
            <a:extLst>
              <a:ext uri="{FF2B5EF4-FFF2-40B4-BE49-F238E27FC236}">
                <a16:creationId xmlns:a16="http://schemas.microsoft.com/office/drawing/2014/main" id="{A1B0D5F1-6084-94DC-F0D2-9AC5EB2D45BD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5994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1586" y="386045"/>
            <a:ext cx="13633684" cy="138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VERB SENSITIVITY IS MORE PREVALENT ACROSS LANGUAGE ROIS</a:t>
            </a:r>
            <a:endParaRPr lang="en-US"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grpSp>
        <p:nvGrpSpPr>
          <p:cNvPr id="359" name="Group 358">
            <a:extLst>
              <a:ext uri="{FF2B5EF4-FFF2-40B4-BE49-F238E27FC236}">
                <a16:creationId xmlns:a16="http://schemas.microsoft.com/office/drawing/2014/main" id="{E05D6F94-3425-C8CA-3B17-EC08322A7A7A}"/>
              </a:ext>
            </a:extLst>
          </p:cNvPr>
          <p:cNvGrpSpPr/>
          <p:nvPr/>
        </p:nvGrpSpPr>
        <p:grpSpPr>
          <a:xfrm>
            <a:off x="2123502" y="2155209"/>
            <a:ext cx="8842948" cy="8528666"/>
            <a:chOff x="1586863" y="1378521"/>
            <a:chExt cx="9916226" cy="9563800"/>
          </a:xfrm>
        </p:grpSpPr>
        <p:grpSp>
          <p:nvGrpSpPr>
            <p:cNvPr id="4" name="object 4"/>
            <p:cNvGrpSpPr/>
            <p:nvPr/>
          </p:nvGrpSpPr>
          <p:grpSpPr>
            <a:xfrm>
              <a:off x="1809822" y="1912189"/>
              <a:ext cx="4130040" cy="7734300"/>
              <a:chOff x="1809822" y="1912189"/>
              <a:chExt cx="4130040" cy="7734300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1814010" y="1912189"/>
                <a:ext cx="13970" cy="7637145"/>
              </a:xfrm>
              <a:custGeom>
                <a:avLst/>
                <a:gdLst/>
                <a:ahLst/>
                <a:cxnLst/>
                <a:rect l="l" t="t" r="r" b="b"/>
                <a:pathLst>
                  <a:path w="13969" h="7637145">
                    <a:moveTo>
                      <a:pt x="0" y="7636565"/>
                    </a:moveTo>
                    <a:lnTo>
                      <a:pt x="13959" y="7636565"/>
                    </a:lnTo>
                    <a:lnTo>
                      <a:pt x="13959" y="0"/>
                    </a:lnTo>
                    <a:lnTo>
                      <a:pt x="0" y="0"/>
                    </a:lnTo>
                    <a:lnTo>
                      <a:pt x="0" y="7636565"/>
                    </a:lnTo>
                    <a:close/>
                  </a:path>
                </a:pathLst>
              </a:custGeom>
              <a:solidFill>
                <a:srgbClr val="D3D3D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1820990" y="9548755"/>
                <a:ext cx="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h="97790">
                    <a:moveTo>
                      <a:pt x="0" y="0"/>
                    </a:moveTo>
                    <a:lnTo>
                      <a:pt x="0" y="97689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1820990" y="9548755"/>
                <a:ext cx="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h="97790">
                    <a:moveTo>
                      <a:pt x="0" y="0"/>
                    </a:moveTo>
                    <a:lnTo>
                      <a:pt x="0" y="97689"/>
                    </a:lnTo>
                  </a:path>
                </a:pathLst>
              </a:custGeom>
              <a:ln w="2233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2847903" y="1912189"/>
                <a:ext cx="0" cy="7637145"/>
              </a:xfrm>
              <a:custGeom>
                <a:avLst/>
                <a:gdLst/>
                <a:ahLst/>
                <a:cxnLst/>
                <a:rect l="l" t="t" r="r" b="b"/>
                <a:pathLst>
                  <a:path h="7637145">
                    <a:moveTo>
                      <a:pt x="0" y="7636565"/>
                    </a:moveTo>
                    <a:lnTo>
                      <a:pt x="0" y="0"/>
                    </a:lnTo>
                  </a:path>
                </a:pathLst>
              </a:custGeom>
              <a:ln w="13959">
                <a:solidFill>
                  <a:srgbClr val="D3D3D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2847903" y="9548755"/>
                <a:ext cx="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h="97790">
                    <a:moveTo>
                      <a:pt x="0" y="0"/>
                    </a:moveTo>
                    <a:lnTo>
                      <a:pt x="0" y="97689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2847903" y="9548755"/>
                <a:ext cx="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h="97790">
                    <a:moveTo>
                      <a:pt x="0" y="0"/>
                    </a:moveTo>
                    <a:lnTo>
                      <a:pt x="0" y="97689"/>
                    </a:lnTo>
                  </a:path>
                </a:pathLst>
              </a:custGeom>
              <a:ln w="2233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3874816" y="1912189"/>
                <a:ext cx="0" cy="7637145"/>
              </a:xfrm>
              <a:custGeom>
                <a:avLst/>
                <a:gdLst/>
                <a:ahLst/>
                <a:cxnLst/>
                <a:rect l="l" t="t" r="r" b="b"/>
                <a:pathLst>
                  <a:path h="7637145">
                    <a:moveTo>
                      <a:pt x="0" y="7636565"/>
                    </a:moveTo>
                    <a:lnTo>
                      <a:pt x="0" y="0"/>
                    </a:lnTo>
                  </a:path>
                </a:pathLst>
              </a:custGeom>
              <a:ln w="13959">
                <a:solidFill>
                  <a:srgbClr val="D3D3D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3874816" y="9548755"/>
                <a:ext cx="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h="97790">
                    <a:moveTo>
                      <a:pt x="0" y="0"/>
                    </a:moveTo>
                    <a:lnTo>
                      <a:pt x="0" y="97689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3874816" y="9548755"/>
                <a:ext cx="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h="97790">
                    <a:moveTo>
                      <a:pt x="0" y="0"/>
                    </a:moveTo>
                    <a:lnTo>
                      <a:pt x="0" y="97689"/>
                    </a:lnTo>
                  </a:path>
                </a:pathLst>
              </a:custGeom>
              <a:ln w="2233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4901729" y="1912189"/>
                <a:ext cx="0" cy="7637145"/>
              </a:xfrm>
              <a:custGeom>
                <a:avLst/>
                <a:gdLst/>
                <a:ahLst/>
                <a:cxnLst/>
                <a:rect l="l" t="t" r="r" b="b"/>
                <a:pathLst>
                  <a:path h="7637145">
                    <a:moveTo>
                      <a:pt x="0" y="7636565"/>
                    </a:moveTo>
                    <a:lnTo>
                      <a:pt x="0" y="0"/>
                    </a:lnTo>
                  </a:path>
                </a:pathLst>
              </a:custGeom>
              <a:ln w="13959">
                <a:solidFill>
                  <a:srgbClr val="D3D3D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4901729" y="9548755"/>
                <a:ext cx="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h="97790">
                    <a:moveTo>
                      <a:pt x="0" y="0"/>
                    </a:moveTo>
                    <a:lnTo>
                      <a:pt x="0" y="97689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4901729" y="9548755"/>
                <a:ext cx="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h="97790">
                    <a:moveTo>
                      <a:pt x="0" y="0"/>
                    </a:moveTo>
                    <a:lnTo>
                      <a:pt x="0" y="97689"/>
                    </a:lnTo>
                  </a:path>
                </a:pathLst>
              </a:custGeom>
              <a:ln w="2233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5928642" y="1912189"/>
                <a:ext cx="0" cy="7637145"/>
              </a:xfrm>
              <a:custGeom>
                <a:avLst/>
                <a:gdLst/>
                <a:ahLst/>
                <a:cxnLst/>
                <a:rect l="l" t="t" r="r" b="b"/>
                <a:pathLst>
                  <a:path h="7637145">
                    <a:moveTo>
                      <a:pt x="0" y="7636565"/>
                    </a:moveTo>
                    <a:lnTo>
                      <a:pt x="0" y="0"/>
                    </a:lnTo>
                  </a:path>
                </a:pathLst>
              </a:custGeom>
              <a:ln w="13959">
                <a:solidFill>
                  <a:srgbClr val="D3D3D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5928642" y="9548755"/>
                <a:ext cx="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h="97790">
                    <a:moveTo>
                      <a:pt x="0" y="0"/>
                    </a:moveTo>
                    <a:lnTo>
                      <a:pt x="0" y="97689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5928642" y="9548755"/>
                <a:ext cx="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h="97790">
                    <a:moveTo>
                      <a:pt x="0" y="0"/>
                    </a:moveTo>
                    <a:lnTo>
                      <a:pt x="0" y="97689"/>
                    </a:lnTo>
                  </a:path>
                </a:pathLst>
              </a:custGeom>
              <a:ln w="2233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3411568" y="2749747"/>
                <a:ext cx="58801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8010">
                    <a:moveTo>
                      <a:pt x="0" y="0"/>
                    </a:moveTo>
                    <a:lnTo>
                      <a:pt x="587514" y="0"/>
                    </a:lnTo>
                  </a:path>
                </a:pathLst>
              </a:custGeom>
              <a:ln w="33493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3411568" y="266601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3411568" y="266601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3999082" y="266601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3999082" y="266601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4123726" y="3045357"/>
                <a:ext cx="69405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94054">
                    <a:moveTo>
                      <a:pt x="0" y="0"/>
                    </a:moveTo>
                    <a:lnTo>
                      <a:pt x="693988" y="0"/>
                    </a:lnTo>
                  </a:path>
                </a:pathLst>
              </a:custGeom>
              <a:ln w="33493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4123726" y="296162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27"/>
              <p:cNvSpPr/>
              <p:nvPr/>
            </p:nvSpPr>
            <p:spPr>
              <a:xfrm>
                <a:off x="4123726" y="296162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4817714" y="296162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29"/>
              <p:cNvSpPr/>
              <p:nvPr/>
            </p:nvSpPr>
            <p:spPr>
              <a:xfrm>
                <a:off x="4817714" y="296162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30"/>
              <p:cNvSpPr/>
              <p:nvPr/>
            </p:nvSpPr>
            <p:spPr>
              <a:xfrm>
                <a:off x="3310293" y="3611942"/>
                <a:ext cx="4813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81329">
                    <a:moveTo>
                      <a:pt x="0" y="0"/>
                    </a:moveTo>
                    <a:lnTo>
                      <a:pt x="481052" y="0"/>
                    </a:lnTo>
                  </a:path>
                </a:pathLst>
              </a:custGeom>
              <a:ln w="33493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31"/>
              <p:cNvSpPr/>
              <p:nvPr/>
            </p:nvSpPr>
            <p:spPr>
              <a:xfrm>
                <a:off x="3310293" y="3528208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32"/>
              <p:cNvSpPr/>
              <p:nvPr/>
            </p:nvSpPr>
            <p:spPr>
              <a:xfrm>
                <a:off x="3310293" y="3528208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33"/>
              <p:cNvSpPr/>
              <p:nvPr/>
            </p:nvSpPr>
            <p:spPr>
              <a:xfrm>
                <a:off x="3791345" y="3528208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34"/>
              <p:cNvSpPr/>
              <p:nvPr/>
            </p:nvSpPr>
            <p:spPr>
              <a:xfrm>
                <a:off x="3791345" y="3528208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35"/>
              <p:cNvSpPr/>
              <p:nvPr/>
            </p:nvSpPr>
            <p:spPr>
              <a:xfrm>
                <a:off x="3910290" y="3907549"/>
                <a:ext cx="3740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374014">
                    <a:moveTo>
                      <a:pt x="0" y="0"/>
                    </a:moveTo>
                    <a:lnTo>
                      <a:pt x="373707" y="0"/>
                    </a:lnTo>
                  </a:path>
                </a:pathLst>
              </a:custGeom>
              <a:ln w="33493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36"/>
              <p:cNvSpPr/>
              <p:nvPr/>
            </p:nvSpPr>
            <p:spPr>
              <a:xfrm>
                <a:off x="3910290" y="3823815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37"/>
              <p:cNvSpPr/>
              <p:nvPr/>
            </p:nvSpPr>
            <p:spPr>
              <a:xfrm>
                <a:off x="3910290" y="3823815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38"/>
              <p:cNvSpPr/>
              <p:nvPr/>
            </p:nvSpPr>
            <p:spPr>
              <a:xfrm>
                <a:off x="4283997" y="3823815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39"/>
              <p:cNvSpPr/>
              <p:nvPr/>
            </p:nvSpPr>
            <p:spPr>
              <a:xfrm>
                <a:off x="4283997" y="3823815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40"/>
              <p:cNvSpPr/>
              <p:nvPr/>
            </p:nvSpPr>
            <p:spPr>
              <a:xfrm>
                <a:off x="4034306" y="4474134"/>
                <a:ext cx="62293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2935">
                    <a:moveTo>
                      <a:pt x="0" y="0"/>
                    </a:moveTo>
                    <a:lnTo>
                      <a:pt x="622427" y="0"/>
                    </a:lnTo>
                  </a:path>
                </a:pathLst>
              </a:custGeom>
              <a:ln w="33493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41"/>
              <p:cNvSpPr/>
              <p:nvPr/>
            </p:nvSpPr>
            <p:spPr>
              <a:xfrm>
                <a:off x="4034306" y="4390400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42"/>
              <p:cNvSpPr/>
              <p:nvPr/>
            </p:nvSpPr>
            <p:spPr>
              <a:xfrm>
                <a:off x="4034306" y="4390400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43"/>
              <p:cNvSpPr/>
              <p:nvPr/>
            </p:nvSpPr>
            <p:spPr>
              <a:xfrm>
                <a:off x="4656733" y="4390400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44"/>
              <p:cNvSpPr/>
              <p:nvPr/>
            </p:nvSpPr>
            <p:spPr>
              <a:xfrm>
                <a:off x="4656733" y="4390400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45"/>
              <p:cNvSpPr/>
              <p:nvPr/>
            </p:nvSpPr>
            <p:spPr>
              <a:xfrm>
                <a:off x="4601195" y="4769744"/>
                <a:ext cx="5949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594995">
                    <a:moveTo>
                      <a:pt x="0" y="0"/>
                    </a:moveTo>
                    <a:lnTo>
                      <a:pt x="594685" y="0"/>
                    </a:lnTo>
                  </a:path>
                </a:pathLst>
              </a:custGeom>
              <a:ln w="33493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6" name="object 46"/>
              <p:cNvSpPr/>
              <p:nvPr/>
            </p:nvSpPr>
            <p:spPr>
              <a:xfrm>
                <a:off x="4601195" y="4686010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47"/>
              <p:cNvSpPr/>
              <p:nvPr/>
            </p:nvSpPr>
            <p:spPr>
              <a:xfrm>
                <a:off x="4601195" y="4686010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8" name="object 48"/>
              <p:cNvSpPr/>
              <p:nvPr/>
            </p:nvSpPr>
            <p:spPr>
              <a:xfrm>
                <a:off x="5195881" y="4686010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9" name="object 49"/>
              <p:cNvSpPr/>
              <p:nvPr/>
            </p:nvSpPr>
            <p:spPr>
              <a:xfrm>
                <a:off x="5195881" y="4686010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" name="object 50"/>
              <p:cNvSpPr/>
              <p:nvPr/>
            </p:nvSpPr>
            <p:spPr>
              <a:xfrm>
                <a:off x="3031085" y="5336326"/>
                <a:ext cx="4978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97839">
                    <a:moveTo>
                      <a:pt x="0" y="0"/>
                    </a:moveTo>
                    <a:lnTo>
                      <a:pt x="497774" y="0"/>
                    </a:lnTo>
                  </a:path>
                </a:pathLst>
              </a:custGeom>
              <a:ln w="33493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51"/>
              <p:cNvSpPr/>
              <p:nvPr/>
            </p:nvSpPr>
            <p:spPr>
              <a:xfrm>
                <a:off x="3031085" y="525259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52"/>
              <p:cNvSpPr/>
              <p:nvPr/>
            </p:nvSpPr>
            <p:spPr>
              <a:xfrm>
                <a:off x="3031085" y="525259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53"/>
              <p:cNvSpPr/>
              <p:nvPr/>
            </p:nvSpPr>
            <p:spPr>
              <a:xfrm>
                <a:off x="3528859" y="525259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54"/>
              <p:cNvSpPr/>
              <p:nvPr/>
            </p:nvSpPr>
            <p:spPr>
              <a:xfrm>
                <a:off x="3528859" y="525259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5" name="object 55"/>
              <p:cNvSpPr/>
              <p:nvPr/>
            </p:nvSpPr>
            <p:spPr>
              <a:xfrm>
                <a:off x="3727380" y="5631936"/>
                <a:ext cx="380365" cy="0"/>
              </a:xfrm>
              <a:custGeom>
                <a:avLst/>
                <a:gdLst/>
                <a:ahLst/>
                <a:cxnLst/>
                <a:rect l="l" t="t" r="r" b="b"/>
                <a:pathLst>
                  <a:path w="380364">
                    <a:moveTo>
                      <a:pt x="0" y="0"/>
                    </a:moveTo>
                    <a:lnTo>
                      <a:pt x="379982" y="0"/>
                    </a:lnTo>
                  </a:path>
                </a:pathLst>
              </a:custGeom>
              <a:ln w="33493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56"/>
              <p:cNvSpPr/>
              <p:nvPr/>
            </p:nvSpPr>
            <p:spPr>
              <a:xfrm>
                <a:off x="3727380" y="554820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7" name="object 57"/>
              <p:cNvSpPr/>
              <p:nvPr/>
            </p:nvSpPr>
            <p:spPr>
              <a:xfrm>
                <a:off x="3727380" y="554820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8" name="object 58"/>
              <p:cNvSpPr/>
              <p:nvPr/>
            </p:nvSpPr>
            <p:spPr>
              <a:xfrm>
                <a:off x="4107363" y="554820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59"/>
              <p:cNvSpPr/>
              <p:nvPr/>
            </p:nvSpPr>
            <p:spPr>
              <a:xfrm>
                <a:off x="4107363" y="554820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60"/>
              <p:cNvSpPr/>
              <p:nvPr/>
            </p:nvSpPr>
            <p:spPr>
              <a:xfrm>
                <a:off x="3471078" y="6198519"/>
                <a:ext cx="5137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513714">
                    <a:moveTo>
                      <a:pt x="0" y="0"/>
                    </a:moveTo>
                    <a:lnTo>
                      <a:pt x="513610" y="0"/>
                    </a:lnTo>
                  </a:path>
                </a:pathLst>
              </a:custGeom>
              <a:ln w="33493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61"/>
              <p:cNvSpPr/>
              <p:nvPr/>
            </p:nvSpPr>
            <p:spPr>
              <a:xfrm>
                <a:off x="3471078" y="611478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62"/>
              <p:cNvSpPr/>
              <p:nvPr/>
            </p:nvSpPr>
            <p:spPr>
              <a:xfrm>
                <a:off x="3471078" y="611478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63"/>
              <p:cNvSpPr/>
              <p:nvPr/>
            </p:nvSpPr>
            <p:spPr>
              <a:xfrm>
                <a:off x="3984688" y="611478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4" name="object 64"/>
              <p:cNvSpPr/>
              <p:nvPr/>
            </p:nvSpPr>
            <p:spPr>
              <a:xfrm>
                <a:off x="3984688" y="611478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65"/>
              <p:cNvSpPr/>
              <p:nvPr/>
            </p:nvSpPr>
            <p:spPr>
              <a:xfrm>
                <a:off x="3805581" y="6494128"/>
                <a:ext cx="2908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90829">
                    <a:moveTo>
                      <a:pt x="0" y="0"/>
                    </a:moveTo>
                    <a:lnTo>
                      <a:pt x="290570" y="0"/>
                    </a:lnTo>
                  </a:path>
                </a:pathLst>
              </a:custGeom>
              <a:ln w="33493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6" name="object 66"/>
              <p:cNvSpPr/>
              <p:nvPr/>
            </p:nvSpPr>
            <p:spPr>
              <a:xfrm>
                <a:off x="3805581" y="641039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7" name="object 67"/>
              <p:cNvSpPr/>
              <p:nvPr/>
            </p:nvSpPr>
            <p:spPr>
              <a:xfrm>
                <a:off x="3805581" y="641039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8" name="object 68"/>
              <p:cNvSpPr/>
              <p:nvPr/>
            </p:nvSpPr>
            <p:spPr>
              <a:xfrm>
                <a:off x="4096151" y="641039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9" name="object 69"/>
              <p:cNvSpPr/>
              <p:nvPr/>
            </p:nvSpPr>
            <p:spPr>
              <a:xfrm>
                <a:off x="4096151" y="641039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0" name="object 70"/>
              <p:cNvSpPr/>
              <p:nvPr/>
            </p:nvSpPr>
            <p:spPr>
              <a:xfrm>
                <a:off x="3576362" y="7060714"/>
                <a:ext cx="6915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91514">
                    <a:moveTo>
                      <a:pt x="0" y="0"/>
                    </a:moveTo>
                    <a:lnTo>
                      <a:pt x="691261" y="0"/>
                    </a:lnTo>
                  </a:path>
                </a:pathLst>
              </a:custGeom>
              <a:ln w="33493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1" name="object 71"/>
              <p:cNvSpPr/>
              <p:nvPr/>
            </p:nvSpPr>
            <p:spPr>
              <a:xfrm>
                <a:off x="3576362" y="6976979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2" name="object 72"/>
              <p:cNvSpPr/>
              <p:nvPr/>
            </p:nvSpPr>
            <p:spPr>
              <a:xfrm>
                <a:off x="3576362" y="6976979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3" name="object 73"/>
              <p:cNvSpPr/>
              <p:nvPr/>
            </p:nvSpPr>
            <p:spPr>
              <a:xfrm>
                <a:off x="4267623" y="6976979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4" name="object 74"/>
              <p:cNvSpPr/>
              <p:nvPr/>
            </p:nvSpPr>
            <p:spPr>
              <a:xfrm>
                <a:off x="4267623" y="6976979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5" name="object 75"/>
              <p:cNvSpPr/>
              <p:nvPr/>
            </p:nvSpPr>
            <p:spPr>
              <a:xfrm>
                <a:off x="4165768" y="7356320"/>
                <a:ext cx="2882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88289">
                    <a:moveTo>
                      <a:pt x="0" y="0"/>
                    </a:moveTo>
                    <a:lnTo>
                      <a:pt x="287783" y="0"/>
                    </a:lnTo>
                  </a:path>
                </a:pathLst>
              </a:custGeom>
              <a:ln w="33493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6" name="object 76"/>
              <p:cNvSpPr/>
              <p:nvPr/>
            </p:nvSpPr>
            <p:spPr>
              <a:xfrm>
                <a:off x="4165768" y="7272586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7" name="object 77"/>
              <p:cNvSpPr/>
              <p:nvPr/>
            </p:nvSpPr>
            <p:spPr>
              <a:xfrm>
                <a:off x="4165768" y="7272586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8" name="object 78"/>
              <p:cNvSpPr/>
              <p:nvPr/>
            </p:nvSpPr>
            <p:spPr>
              <a:xfrm>
                <a:off x="4453551" y="7272586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9" name="object 79"/>
              <p:cNvSpPr/>
              <p:nvPr/>
            </p:nvSpPr>
            <p:spPr>
              <a:xfrm>
                <a:off x="4453551" y="7272586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0" name="object 80"/>
              <p:cNvSpPr/>
              <p:nvPr/>
            </p:nvSpPr>
            <p:spPr>
              <a:xfrm>
                <a:off x="4054127" y="7922906"/>
                <a:ext cx="74041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40410">
                    <a:moveTo>
                      <a:pt x="0" y="0"/>
                    </a:moveTo>
                    <a:lnTo>
                      <a:pt x="740230" y="0"/>
                    </a:lnTo>
                  </a:path>
                </a:pathLst>
              </a:custGeom>
              <a:ln w="33493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1" name="object 81"/>
              <p:cNvSpPr/>
              <p:nvPr/>
            </p:nvSpPr>
            <p:spPr>
              <a:xfrm>
                <a:off x="4054127" y="783917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2" name="object 82"/>
              <p:cNvSpPr/>
              <p:nvPr/>
            </p:nvSpPr>
            <p:spPr>
              <a:xfrm>
                <a:off x="4054127" y="783917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3" name="object 83"/>
              <p:cNvSpPr/>
              <p:nvPr/>
            </p:nvSpPr>
            <p:spPr>
              <a:xfrm>
                <a:off x="4794357" y="783917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4" name="object 84"/>
              <p:cNvSpPr/>
              <p:nvPr/>
            </p:nvSpPr>
            <p:spPr>
              <a:xfrm>
                <a:off x="4794357" y="783917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5" name="object 85"/>
              <p:cNvSpPr/>
              <p:nvPr/>
            </p:nvSpPr>
            <p:spPr>
              <a:xfrm>
                <a:off x="4128173" y="8218513"/>
                <a:ext cx="6826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82625">
                    <a:moveTo>
                      <a:pt x="0" y="0"/>
                    </a:moveTo>
                    <a:lnTo>
                      <a:pt x="682404" y="0"/>
                    </a:lnTo>
                  </a:path>
                </a:pathLst>
              </a:custGeom>
              <a:ln w="33493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6" name="object 86"/>
              <p:cNvSpPr/>
              <p:nvPr/>
            </p:nvSpPr>
            <p:spPr>
              <a:xfrm>
                <a:off x="4128173" y="8134779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7" name="object 87"/>
              <p:cNvSpPr/>
              <p:nvPr/>
            </p:nvSpPr>
            <p:spPr>
              <a:xfrm>
                <a:off x="4128173" y="8134779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8" name="object 88"/>
              <p:cNvSpPr/>
              <p:nvPr/>
            </p:nvSpPr>
            <p:spPr>
              <a:xfrm>
                <a:off x="4810578" y="8134779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9" name="object 89"/>
              <p:cNvSpPr/>
              <p:nvPr/>
            </p:nvSpPr>
            <p:spPr>
              <a:xfrm>
                <a:off x="4810578" y="8134779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0" name="object 90"/>
              <p:cNvSpPr/>
              <p:nvPr/>
            </p:nvSpPr>
            <p:spPr>
              <a:xfrm>
                <a:off x="3603050" y="8785098"/>
                <a:ext cx="848994" cy="0"/>
              </a:xfrm>
              <a:custGeom>
                <a:avLst/>
                <a:gdLst/>
                <a:ahLst/>
                <a:cxnLst/>
                <a:rect l="l" t="t" r="r" b="b"/>
                <a:pathLst>
                  <a:path w="848995">
                    <a:moveTo>
                      <a:pt x="0" y="0"/>
                    </a:moveTo>
                    <a:lnTo>
                      <a:pt x="848535" y="0"/>
                    </a:lnTo>
                  </a:path>
                </a:pathLst>
              </a:custGeom>
              <a:ln w="33493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1" name="object 91"/>
              <p:cNvSpPr/>
              <p:nvPr/>
            </p:nvSpPr>
            <p:spPr>
              <a:xfrm>
                <a:off x="3603050" y="870136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2" name="object 92"/>
              <p:cNvSpPr/>
              <p:nvPr/>
            </p:nvSpPr>
            <p:spPr>
              <a:xfrm>
                <a:off x="3603050" y="870136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3" name="object 93"/>
              <p:cNvSpPr/>
              <p:nvPr/>
            </p:nvSpPr>
            <p:spPr>
              <a:xfrm>
                <a:off x="4451586" y="870136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4" name="object 94"/>
              <p:cNvSpPr/>
              <p:nvPr/>
            </p:nvSpPr>
            <p:spPr>
              <a:xfrm>
                <a:off x="4451586" y="870136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5" name="object 95"/>
              <p:cNvSpPr/>
              <p:nvPr/>
            </p:nvSpPr>
            <p:spPr>
              <a:xfrm>
                <a:off x="3855585" y="9080707"/>
                <a:ext cx="502284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2285">
                    <a:moveTo>
                      <a:pt x="0" y="0"/>
                    </a:moveTo>
                    <a:lnTo>
                      <a:pt x="501823" y="0"/>
                    </a:lnTo>
                  </a:path>
                </a:pathLst>
              </a:custGeom>
              <a:ln w="33493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6" name="object 96"/>
              <p:cNvSpPr/>
              <p:nvPr/>
            </p:nvSpPr>
            <p:spPr>
              <a:xfrm>
                <a:off x="3855585" y="8996973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7" name="object 97"/>
              <p:cNvSpPr/>
              <p:nvPr/>
            </p:nvSpPr>
            <p:spPr>
              <a:xfrm>
                <a:off x="3855585" y="8996973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8" name="object 98"/>
              <p:cNvSpPr/>
              <p:nvPr/>
            </p:nvSpPr>
            <p:spPr>
              <a:xfrm>
                <a:off x="4357409" y="8996973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9" name="object 99"/>
              <p:cNvSpPr/>
              <p:nvPr/>
            </p:nvSpPr>
            <p:spPr>
              <a:xfrm>
                <a:off x="4357409" y="8996973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00" name="object 100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621571" y="2666011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101" name="object 101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386968" y="2961621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102" name="object 102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3467065" y="3528206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103" name="object 103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013390" y="3823813"/>
                <a:ext cx="167508" cy="167472"/>
              </a:xfrm>
              <a:prstGeom prst="rect">
                <a:avLst/>
              </a:prstGeom>
            </p:spPr>
          </p:pic>
          <p:pic>
            <p:nvPicPr>
              <p:cNvPr id="104" name="object 104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261767" y="4390398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105" name="object 105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814784" y="4686008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106" name="object 106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3196218" y="5252590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107" name="object 107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3833618" y="5548200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108" name="object 108"/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3644129" y="6114783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109" name="object 109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3867112" y="6410393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110" name="object 110"/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3838239" y="6976978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111" name="object 111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4225906" y="7272584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112" name="object 112"/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4340489" y="7839170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113" name="object 113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4385622" y="8134777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114" name="object 114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3943565" y="8701362"/>
                <a:ext cx="167506" cy="167472"/>
              </a:xfrm>
              <a:prstGeom prst="rect">
                <a:avLst/>
              </a:prstGeom>
            </p:spPr>
          </p:pic>
          <p:pic>
            <p:nvPicPr>
              <p:cNvPr id="115" name="object 115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4022744" y="8996971"/>
                <a:ext cx="167507" cy="167472"/>
              </a:xfrm>
              <a:prstGeom prst="rect">
                <a:avLst/>
              </a:prstGeom>
            </p:spPr>
          </p:pic>
          <p:sp>
            <p:nvSpPr>
              <p:cNvPr id="116" name="object 116"/>
              <p:cNvSpPr/>
              <p:nvPr/>
            </p:nvSpPr>
            <p:spPr>
              <a:xfrm>
                <a:off x="1809822" y="1912189"/>
                <a:ext cx="22860" cy="7637145"/>
              </a:xfrm>
              <a:custGeom>
                <a:avLst/>
                <a:gdLst/>
                <a:ahLst/>
                <a:cxnLst/>
                <a:rect l="l" t="t" r="r" b="b"/>
                <a:pathLst>
                  <a:path w="22860" h="7637145">
                    <a:moveTo>
                      <a:pt x="0" y="7636565"/>
                    </a:moveTo>
                    <a:lnTo>
                      <a:pt x="22334" y="7636565"/>
                    </a:lnTo>
                    <a:lnTo>
                      <a:pt x="22334" y="0"/>
                    </a:lnTo>
                    <a:lnTo>
                      <a:pt x="0" y="0"/>
                    </a:lnTo>
                    <a:lnTo>
                      <a:pt x="0" y="763656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7" name="object 117"/>
              <p:cNvSpPr/>
              <p:nvPr/>
            </p:nvSpPr>
            <p:spPr>
              <a:xfrm>
                <a:off x="1820990" y="9548755"/>
                <a:ext cx="41078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107815">
                    <a:moveTo>
                      <a:pt x="0" y="0"/>
                    </a:moveTo>
                    <a:lnTo>
                      <a:pt x="4107652" y="0"/>
                    </a:lnTo>
                  </a:path>
                </a:pathLst>
              </a:custGeom>
              <a:ln w="22329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18" name="object 118"/>
            <p:cNvGrpSpPr/>
            <p:nvPr/>
          </p:nvGrpSpPr>
          <p:grpSpPr>
            <a:xfrm>
              <a:off x="1586863" y="9748101"/>
              <a:ext cx="460375" cy="168910"/>
              <a:chOff x="1586863" y="9748101"/>
              <a:chExt cx="460375" cy="168910"/>
            </a:xfrm>
          </p:grpSpPr>
          <p:pic>
            <p:nvPicPr>
              <p:cNvPr id="119" name="object 119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1586863" y="9748101"/>
                <a:ext cx="112567" cy="168584"/>
              </a:xfrm>
              <a:prstGeom prst="rect">
                <a:avLst/>
              </a:prstGeom>
            </p:spPr>
          </p:pic>
          <p:sp>
            <p:nvSpPr>
              <p:cNvPr id="120" name="object 120"/>
              <p:cNvSpPr/>
              <p:nvPr/>
            </p:nvSpPr>
            <p:spPr>
              <a:xfrm>
                <a:off x="1738070" y="9886095"/>
                <a:ext cx="23495" cy="27940"/>
              </a:xfrm>
              <a:custGeom>
                <a:avLst/>
                <a:gdLst/>
                <a:ahLst/>
                <a:cxnLst/>
                <a:rect l="l" t="t" r="r" b="b"/>
                <a:pathLst>
                  <a:path w="23494" h="27940">
                    <a:moveTo>
                      <a:pt x="23004" y="0"/>
                    </a:moveTo>
                    <a:lnTo>
                      <a:pt x="0" y="0"/>
                    </a:lnTo>
                    <a:lnTo>
                      <a:pt x="0" y="27688"/>
                    </a:lnTo>
                    <a:lnTo>
                      <a:pt x="23004" y="27688"/>
                    </a:lnTo>
                    <a:lnTo>
                      <a:pt x="2300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21" name="object 121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1799937" y="9748101"/>
                <a:ext cx="112566" cy="168584"/>
              </a:xfrm>
              <a:prstGeom prst="rect">
                <a:avLst/>
              </a:prstGeom>
            </p:spPr>
          </p:pic>
          <p:pic>
            <p:nvPicPr>
              <p:cNvPr id="122" name="object 122"/>
              <p:cNvPicPr/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1943550" y="9748101"/>
                <a:ext cx="103409" cy="165681"/>
              </a:xfrm>
              <a:prstGeom prst="rect">
                <a:avLst/>
              </a:prstGeom>
            </p:spPr>
          </p:pic>
        </p:grpSp>
        <p:grpSp>
          <p:nvGrpSpPr>
            <p:cNvPr id="123" name="object 123"/>
            <p:cNvGrpSpPr/>
            <p:nvPr/>
          </p:nvGrpSpPr>
          <p:grpSpPr>
            <a:xfrm>
              <a:off x="2613776" y="9748101"/>
              <a:ext cx="464820" cy="168910"/>
              <a:chOff x="2613776" y="9748101"/>
              <a:chExt cx="464820" cy="168910"/>
            </a:xfrm>
          </p:grpSpPr>
          <p:pic>
            <p:nvPicPr>
              <p:cNvPr id="124" name="object 124"/>
              <p:cNvPicPr/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2613776" y="9748101"/>
                <a:ext cx="112567" cy="168584"/>
              </a:xfrm>
              <a:prstGeom prst="rect">
                <a:avLst/>
              </a:prstGeom>
            </p:spPr>
          </p:pic>
          <p:sp>
            <p:nvSpPr>
              <p:cNvPr id="125" name="object 125"/>
              <p:cNvSpPr/>
              <p:nvPr/>
            </p:nvSpPr>
            <p:spPr>
              <a:xfrm>
                <a:off x="2764982" y="9886095"/>
                <a:ext cx="23495" cy="27940"/>
              </a:xfrm>
              <a:custGeom>
                <a:avLst/>
                <a:gdLst/>
                <a:ahLst/>
                <a:cxnLst/>
                <a:rect l="l" t="t" r="r" b="b"/>
                <a:pathLst>
                  <a:path w="23494" h="27940">
                    <a:moveTo>
                      <a:pt x="23004" y="0"/>
                    </a:moveTo>
                    <a:lnTo>
                      <a:pt x="0" y="0"/>
                    </a:lnTo>
                    <a:lnTo>
                      <a:pt x="0" y="27688"/>
                    </a:lnTo>
                    <a:lnTo>
                      <a:pt x="23004" y="27688"/>
                    </a:lnTo>
                    <a:lnTo>
                      <a:pt x="2300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26" name="object 126"/>
              <p:cNvPicPr/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2826849" y="9748101"/>
                <a:ext cx="112567" cy="168584"/>
              </a:xfrm>
              <a:prstGeom prst="rect">
                <a:avLst/>
              </a:prstGeom>
            </p:spPr>
          </p:pic>
          <p:pic>
            <p:nvPicPr>
              <p:cNvPr id="127" name="object 127"/>
              <p:cNvPicPr/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2971132" y="9748101"/>
                <a:ext cx="107207" cy="168584"/>
              </a:xfrm>
              <a:prstGeom prst="rect">
                <a:avLst/>
              </a:prstGeom>
            </p:spPr>
          </p:pic>
        </p:grpSp>
        <p:grpSp>
          <p:nvGrpSpPr>
            <p:cNvPr id="128" name="object 128"/>
            <p:cNvGrpSpPr/>
            <p:nvPr/>
          </p:nvGrpSpPr>
          <p:grpSpPr>
            <a:xfrm>
              <a:off x="3640689" y="9748101"/>
              <a:ext cx="470534" cy="168910"/>
              <a:chOff x="3640689" y="9748101"/>
              <a:chExt cx="470534" cy="168910"/>
            </a:xfrm>
          </p:grpSpPr>
          <p:pic>
            <p:nvPicPr>
              <p:cNvPr id="129" name="object 129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3640689" y="9748101"/>
                <a:ext cx="112567" cy="168584"/>
              </a:xfrm>
              <a:prstGeom prst="rect">
                <a:avLst/>
              </a:prstGeom>
            </p:spPr>
          </p:pic>
          <p:sp>
            <p:nvSpPr>
              <p:cNvPr id="130" name="object 130"/>
              <p:cNvSpPr/>
              <p:nvPr/>
            </p:nvSpPr>
            <p:spPr>
              <a:xfrm>
                <a:off x="3791895" y="9886095"/>
                <a:ext cx="23495" cy="27940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27940">
                    <a:moveTo>
                      <a:pt x="23004" y="0"/>
                    </a:moveTo>
                    <a:lnTo>
                      <a:pt x="0" y="0"/>
                    </a:lnTo>
                    <a:lnTo>
                      <a:pt x="0" y="27688"/>
                    </a:lnTo>
                    <a:lnTo>
                      <a:pt x="23004" y="27688"/>
                    </a:lnTo>
                    <a:lnTo>
                      <a:pt x="2300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1" name="object 131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3853763" y="9748101"/>
                <a:ext cx="112567" cy="168584"/>
              </a:xfrm>
              <a:prstGeom prst="rect">
                <a:avLst/>
              </a:prstGeom>
            </p:spPr>
          </p:pic>
          <p:pic>
            <p:nvPicPr>
              <p:cNvPr id="132" name="object 132"/>
              <p:cNvPicPr/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3992015" y="9751004"/>
                <a:ext cx="118597" cy="162779"/>
              </a:xfrm>
              <a:prstGeom prst="rect">
                <a:avLst/>
              </a:prstGeom>
            </p:spPr>
          </p:pic>
        </p:grpSp>
        <p:grpSp>
          <p:nvGrpSpPr>
            <p:cNvPr id="133" name="object 133"/>
            <p:cNvGrpSpPr/>
            <p:nvPr/>
          </p:nvGrpSpPr>
          <p:grpSpPr>
            <a:xfrm>
              <a:off x="4667602" y="9748101"/>
              <a:ext cx="463550" cy="168910"/>
              <a:chOff x="4667602" y="9748101"/>
              <a:chExt cx="463550" cy="168910"/>
            </a:xfrm>
          </p:grpSpPr>
          <p:pic>
            <p:nvPicPr>
              <p:cNvPr id="134" name="object 134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4667602" y="9748101"/>
                <a:ext cx="112567" cy="168584"/>
              </a:xfrm>
              <a:prstGeom prst="rect">
                <a:avLst/>
              </a:prstGeom>
            </p:spPr>
          </p:pic>
          <p:sp>
            <p:nvSpPr>
              <p:cNvPr id="135" name="object 135"/>
              <p:cNvSpPr/>
              <p:nvPr/>
            </p:nvSpPr>
            <p:spPr>
              <a:xfrm>
                <a:off x="4818808" y="9886095"/>
                <a:ext cx="23495" cy="27940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27940">
                    <a:moveTo>
                      <a:pt x="23004" y="0"/>
                    </a:moveTo>
                    <a:lnTo>
                      <a:pt x="0" y="0"/>
                    </a:lnTo>
                    <a:lnTo>
                      <a:pt x="0" y="27688"/>
                    </a:lnTo>
                    <a:lnTo>
                      <a:pt x="23004" y="27688"/>
                    </a:lnTo>
                    <a:lnTo>
                      <a:pt x="2300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6" name="object 136"/>
              <p:cNvPicPr/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4880675" y="9748101"/>
                <a:ext cx="112567" cy="168584"/>
              </a:xfrm>
              <a:prstGeom prst="rect">
                <a:avLst/>
              </a:prstGeom>
            </p:spPr>
          </p:pic>
          <p:pic>
            <p:nvPicPr>
              <p:cNvPr id="137" name="object 137"/>
              <p:cNvPicPr/>
              <p:nvPr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5025181" y="9751004"/>
                <a:ext cx="105419" cy="165681"/>
              </a:xfrm>
              <a:prstGeom prst="rect">
                <a:avLst/>
              </a:prstGeom>
            </p:spPr>
          </p:pic>
        </p:grpSp>
        <p:grpSp>
          <p:nvGrpSpPr>
            <p:cNvPr id="138" name="object 138"/>
            <p:cNvGrpSpPr/>
            <p:nvPr/>
          </p:nvGrpSpPr>
          <p:grpSpPr>
            <a:xfrm>
              <a:off x="5694515" y="9748101"/>
              <a:ext cx="468630" cy="168910"/>
              <a:chOff x="5694515" y="9748101"/>
              <a:chExt cx="468630" cy="168910"/>
            </a:xfrm>
          </p:grpSpPr>
          <p:pic>
            <p:nvPicPr>
              <p:cNvPr id="139" name="object 139"/>
              <p:cNvPicPr/>
              <p:nvPr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5694515" y="9748101"/>
                <a:ext cx="112566" cy="168584"/>
              </a:xfrm>
              <a:prstGeom prst="rect">
                <a:avLst/>
              </a:prstGeom>
            </p:spPr>
          </p:pic>
          <p:sp>
            <p:nvSpPr>
              <p:cNvPr id="140" name="object 140"/>
              <p:cNvSpPr/>
              <p:nvPr/>
            </p:nvSpPr>
            <p:spPr>
              <a:xfrm>
                <a:off x="5845721" y="9886095"/>
                <a:ext cx="23495" cy="27940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27940">
                    <a:moveTo>
                      <a:pt x="23004" y="0"/>
                    </a:moveTo>
                    <a:lnTo>
                      <a:pt x="0" y="0"/>
                    </a:lnTo>
                    <a:lnTo>
                      <a:pt x="0" y="27688"/>
                    </a:lnTo>
                    <a:lnTo>
                      <a:pt x="23004" y="27688"/>
                    </a:lnTo>
                    <a:lnTo>
                      <a:pt x="2300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41" name="object 141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5907588" y="9748101"/>
                <a:ext cx="112567" cy="168584"/>
              </a:xfrm>
              <a:prstGeom prst="rect">
                <a:avLst/>
              </a:prstGeom>
            </p:spPr>
          </p:pic>
          <p:pic>
            <p:nvPicPr>
              <p:cNvPr id="142" name="object 142"/>
              <p:cNvPicPr/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6050530" y="9748101"/>
                <a:ext cx="112344" cy="168584"/>
              </a:xfrm>
              <a:prstGeom prst="rect">
                <a:avLst/>
              </a:prstGeom>
            </p:spPr>
          </p:pic>
        </p:grpSp>
        <p:grpSp>
          <p:nvGrpSpPr>
            <p:cNvPr id="143" name="object 143"/>
            <p:cNvGrpSpPr/>
            <p:nvPr/>
          </p:nvGrpSpPr>
          <p:grpSpPr>
            <a:xfrm>
              <a:off x="3754240" y="10078963"/>
              <a:ext cx="243204" cy="163195"/>
              <a:chOff x="3754240" y="10078963"/>
              <a:chExt cx="243204" cy="163195"/>
            </a:xfrm>
          </p:grpSpPr>
          <p:pic>
            <p:nvPicPr>
              <p:cNvPr id="144" name="object 144"/>
              <p:cNvPicPr/>
              <p:nvPr/>
            </p:nvPicPr>
            <p:blipFill>
              <a:blip r:embed="rId26" cstate="print"/>
              <a:stretch>
                <a:fillRect/>
              </a:stretch>
            </p:blipFill>
            <p:spPr>
              <a:xfrm>
                <a:off x="3925566" y="10116700"/>
                <a:ext cx="71471" cy="125043"/>
              </a:xfrm>
              <a:prstGeom prst="rect">
                <a:avLst/>
              </a:prstGeom>
            </p:spPr>
          </p:pic>
          <p:pic>
            <p:nvPicPr>
              <p:cNvPr id="145" name="object 145"/>
              <p:cNvPicPr/>
              <p:nvPr/>
            </p:nvPicPr>
            <p:blipFill>
              <a:blip r:embed="rId27" cstate="print"/>
              <a:stretch>
                <a:fillRect/>
              </a:stretch>
            </p:blipFill>
            <p:spPr>
              <a:xfrm>
                <a:off x="3754240" y="10078963"/>
                <a:ext cx="149196" cy="162780"/>
              </a:xfrm>
              <a:prstGeom prst="rect">
                <a:avLst/>
              </a:prstGeom>
            </p:spPr>
          </p:pic>
        </p:grpSp>
        <p:grpSp>
          <p:nvGrpSpPr>
            <p:cNvPr id="146" name="object 146"/>
            <p:cNvGrpSpPr/>
            <p:nvPr/>
          </p:nvGrpSpPr>
          <p:grpSpPr>
            <a:xfrm>
              <a:off x="6319336" y="2793362"/>
              <a:ext cx="454659" cy="168910"/>
              <a:chOff x="6319336" y="2793362"/>
              <a:chExt cx="454659" cy="168910"/>
            </a:xfrm>
          </p:grpSpPr>
          <p:pic>
            <p:nvPicPr>
              <p:cNvPr id="147" name="object 147"/>
              <p:cNvPicPr/>
              <p:nvPr/>
            </p:nvPicPr>
            <p:blipFill>
              <a:blip r:embed="rId28" cstate="print"/>
              <a:stretch>
                <a:fillRect/>
              </a:stretch>
            </p:blipFill>
            <p:spPr>
              <a:xfrm>
                <a:off x="6319336" y="2796264"/>
                <a:ext cx="148973" cy="162779"/>
              </a:xfrm>
              <a:prstGeom prst="rect">
                <a:avLst/>
              </a:prstGeom>
            </p:spPr>
          </p:pic>
          <p:sp>
            <p:nvSpPr>
              <p:cNvPr id="148" name="object 148"/>
              <p:cNvSpPr/>
              <p:nvPr/>
            </p:nvSpPr>
            <p:spPr>
              <a:xfrm>
                <a:off x="6512077" y="2795745"/>
                <a:ext cx="93980" cy="163830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163830">
                    <a:moveTo>
                      <a:pt x="93586" y="0"/>
                    </a:moveTo>
                    <a:lnTo>
                      <a:pt x="0" y="0"/>
                    </a:lnTo>
                    <a:lnTo>
                      <a:pt x="0" y="19050"/>
                    </a:lnTo>
                    <a:lnTo>
                      <a:pt x="0" y="67310"/>
                    </a:lnTo>
                    <a:lnTo>
                      <a:pt x="0" y="85090"/>
                    </a:lnTo>
                    <a:lnTo>
                      <a:pt x="0" y="163830"/>
                    </a:lnTo>
                    <a:lnTo>
                      <a:pt x="22110" y="163830"/>
                    </a:lnTo>
                    <a:lnTo>
                      <a:pt x="22110" y="85090"/>
                    </a:lnTo>
                    <a:lnTo>
                      <a:pt x="86664" y="85090"/>
                    </a:lnTo>
                    <a:lnTo>
                      <a:pt x="86664" y="67310"/>
                    </a:lnTo>
                    <a:lnTo>
                      <a:pt x="22110" y="67310"/>
                    </a:lnTo>
                    <a:lnTo>
                      <a:pt x="22110" y="19050"/>
                    </a:lnTo>
                    <a:lnTo>
                      <a:pt x="93586" y="19050"/>
                    </a:lnTo>
                    <a:lnTo>
                      <a:pt x="93586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49" name="object 149"/>
              <p:cNvPicPr/>
              <p:nvPr/>
            </p:nvPicPr>
            <p:blipFill>
              <a:blip r:embed="rId29" cstate="print"/>
              <a:stretch>
                <a:fillRect/>
              </a:stretch>
            </p:blipFill>
            <p:spPr>
              <a:xfrm>
                <a:off x="6631130" y="2793362"/>
                <a:ext cx="142272" cy="168584"/>
              </a:xfrm>
              <a:prstGeom prst="rect">
                <a:avLst/>
              </a:prstGeom>
            </p:spPr>
          </p:pic>
        </p:grpSp>
        <p:grpSp>
          <p:nvGrpSpPr>
            <p:cNvPr id="150" name="object 150"/>
            <p:cNvGrpSpPr/>
            <p:nvPr/>
          </p:nvGrpSpPr>
          <p:grpSpPr>
            <a:xfrm>
              <a:off x="6368848" y="3658076"/>
              <a:ext cx="372745" cy="163195"/>
              <a:chOff x="6368848" y="3658076"/>
              <a:chExt cx="372745" cy="163195"/>
            </a:xfrm>
          </p:grpSpPr>
          <p:pic>
            <p:nvPicPr>
              <p:cNvPr id="151" name="object 151"/>
              <p:cNvPicPr/>
              <p:nvPr/>
            </p:nvPicPr>
            <p:blipFill>
              <a:blip r:embed="rId30" cstate="print"/>
              <a:stretch>
                <a:fillRect/>
              </a:stretch>
            </p:blipFill>
            <p:spPr>
              <a:xfrm>
                <a:off x="6368848" y="3658076"/>
                <a:ext cx="249926" cy="163160"/>
              </a:xfrm>
              <a:prstGeom prst="rect">
                <a:avLst/>
              </a:prstGeom>
            </p:spPr>
          </p:pic>
          <p:sp>
            <p:nvSpPr>
              <p:cNvPr id="152" name="object 152"/>
              <p:cNvSpPr/>
              <p:nvPr/>
            </p:nvSpPr>
            <p:spPr>
              <a:xfrm>
                <a:off x="6639992" y="3658075"/>
                <a:ext cx="101600" cy="16256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62560">
                    <a:moveTo>
                      <a:pt x="101396" y="144780"/>
                    </a:moveTo>
                    <a:lnTo>
                      <a:pt x="22110" y="144780"/>
                    </a:lnTo>
                    <a:lnTo>
                      <a:pt x="22110" y="0"/>
                    </a:lnTo>
                    <a:lnTo>
                      <a:pt x="0" y="0"/>
                    </a:lnTo>
                    <a:lnTo>
                      <a:pt x="0" y="144780"/>
                    </a:lnTo>
                    <a:lnTo>
                      <a:pt x="0" y="162560"/>
                    </a:lnTo>
                    <a:lnTo>
                      <a:pt x="101396" y="162560"/>
                    </a:lnTo>
                    <a:lnTo>
                      <a:pt x="101396" y="14478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153" name="object 15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385389" y="4517748"/>
              <a:ext cx="301836" cy="168584"/>
            </a:xfrm>
            <a:prstGeom prst="rect">
              <a:avLst/>
            </a:prstGeom>
          </p:spPr>
        </p:pic>
        <p:grpSp>
          <p:nvGrpSpPr>
            <p:cNvPr id="154" name="object 154"/>
            <p:cNvGrpSpPr/>
            <p:nvPr/>
          </p:nvGrpSpPr>
          <p:grpSpPr>
            <a:xfrm>
              <a:off x="6348529" y="5382736"/>
              <a:ext cx="394335" cy="163195"/>
              <a:chOff x="6348529" y="5382736"/>
              <a:chExt cx="394335" cy="163195"/>
            </a:xfrm>
          </p:grpSpPr>
          <p:pic>
            <p:nvPicPr>
              <p:cNvPr id="155" name="object 155"/>
              <p:cNvPicPr/>
              <p:nvPr/>
            </p:nvPicPr>
            <p:blipFill>
              <a:blip r:embed="rId32" cstate="print"/>
              <a:stretch>
                <a:fillRect/>
              </a:stretch>
            </p:blipFill>
            <p:spPr>
              <a:xfrm>
                <a:off x="6348529" y="5382736"/>
                <a:ext cx="271104" cy="162886"/>
              </a:xfrm>
              <a:prstGeom prst="rect">
                <a:avLst/>
              </a:prstGeom>
            </p:spPr>
          </p:pic>
          <p:sp>
            <p:nvSpPr>
              <p:cNvPr id="156" name="object 156"/>
              <p:cNvSpPr/>
              <p:nvPr/>
            </p:nvSpPr>
            <p:spPr>
              <a:xfrm>
                <a:off x="6640842" y="5382735"/>
                <a:ext cx="101600" cy="16256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62560">
                    <a:moveTo>
                      <a:pt x="101409" y="144780"/>
                    </a:moveTo>
                    <a:lnTo>
                      <a:pt x="22110" y="144780"/>
                    </a:lnTo>
                    <a:lnTo>
                      <a:pt x="22110" y="0"/>
                    </a:lnTo>
                    <a:lnTo>
                      <a:pt x="0" y="0"/>
                    </a:lnTo>
                    <a:lnTo>
                      <a:pt x="0" y="144780"/>
                    </a:lnTo>
                    <a:lnTo>
                      <a:pt x="0" y="162560"/>
                    </a:lnTo>
                    <a:lnTo>
                      <a:pt x="101409" y="162560"/>
                    </a:lnTo>
                    <a:lnTo>
                      <a:pt x="101409" y="14478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57" name="object 157"/>
            <p:cNvGrpSpPr/>
            <p:nvPr/>
          </p:nvGrpSpPr>
          <p:grpSpPr>
            <a:xfrm>
              <a:off x="6382807" y="6242133"/>
              <a:ext cx="327660" cy="168910"/>
              <a:chOff x="6382807" y="6242133"/>
              <a:chExt cx="327660" cy="168910"/>
            </a:xfrm>
          </p:grpSpPr>
          <p:sp>
            <p:nvSpPr>
              <p:cNvPr id="158" name="object 158"/>
              <p:cNvSpPr/>
              <p:nvPr/>
            </p:nvSpPr>
            <p:spPr>
              <a:xfrm>
                <a:off x="6382804" y="6245040"/>
                <a:ext cx="160020" cy="163195"/>
              </a:xfrm>
              <a:custGeom>
                <a:avLst/>
                <a:gdLst/>
                <a:ahLst/>
                <a:cxnLst/>
                <a:rect l="l" t="t" r="r" b="b"/>
                <a:pathLst>
                  <a:path w="160020" h="163195">
                    <a:moveTo>
                      <a:pt x="22110" y="0"/>
                    </a:moveTo>
                    <a:lnTo>
                      <a:pt x="0" y="0"/>
                    </a:lnTo>
                    <a:lnTo>
                      <a:pt x="0" y="162775"/>
                    </a:lnTo>
                    <a:lnTo>
                      <a:pt x="22110" y="162775"/>
                    </a:lnTo>
                    <a:lnTo>
                      <a:pt x="22110" y="0"/>
                    </a:lnTo>
                    <a:close/>
                  </a:path>
                  <a:path w="160020" h="163195">
                    <a:moveTo>
                      <a:pt x="159461" y="25"/>
                    </a:moveTo>
                    <a:lnTo>
                      <a:pt x="65887" y="25"/>
                    </a:lnTo>
                    <a:lnTo>
                      <a:pt x="65887" y="19075"/>
                    </a:lnTo>
                    <a:lnTo>
                      <a:pt x="65887" y="66065"/>
                    </a:lnTo>
                    <a:lnTo>
                      <a:pt x="65887" y="85115"/>
                    </a:lnTo>
                    <a:lnTo>
                      <a:pt x="65887" y="162585"/>
                    </a:lnTo>
                    <a:lnTo>
                      <a:pt x="87998" y="162585"/>
                    </a:lnTo>
                    <a:lnTo>
                      <a:pt x="87998" y="85115"/>
                    </a:lnTo>
                    <a:lnTo>
                      <a:pt x="152539" y="85115"/>
                    </a:lnTo>
                    <a:lnTo>
                      <a:pt x="152539" y="66065"/>
                    </a:lnTo>
                    <a:lnTo>
                      <a:pt x="87998" y="66065"/>
                    </a:lnTo>
                    <a:lnTo>
                      <a:pt x="87998" y="19075"/>
                    </a:lnTo>
                    <a:lnTo>
                      <a:pt x="159461" y="19075"/>
                    </a:lnTo>
                    <a:lnTo>
                      <a:pt x="159461" y="2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59" name="object 159"/>
              <p:cNvPicPr/>
              <p:nvPr/>
            </p:nvPicPr>
            <p:blipFill>
              <a:blip r:embed="rId33" cstate="print"/>
              <a:stretch>
                <a:fillRect/>
              </a:stretch>
            </p:blipFill>
            <p:spPr>
              <a:xfrm>
                <a:off x="6567739" y="6242133"/>
                <a:ext cx="142272" cy="168585"/>
              </a:xfrm>
              <a:prstGeom prst="rect">
                <a:avLst/>
              </a:prstGeom>
            </p:spPr>
          </p:pic>
        </p:grpSp>
        <p:grpSp>
          <p:nvGrpSpPr>
            <p:cNvPr id="160" name="object 160"/>
            <p:cNvGrpSpPr/>
            <p:nvPr/>
          </p:nvGrpSpPr>
          <p:grpSpPr>
            <a:xfrm>
              <a:off x="6167523" y="7100307"/>
              <a:ext cx="754380" cy="172720"/>
              <a:chOff x="6167523" y="7100307"/>
              <a:chExt cx="754380" cy="172720"/>
            </a:xfrm>
          </p:grpSpPr>
          <p:pic>
            <p:nvPicPr>
              <p:cNvPr id="161" name="object 161"/>
              <p:cNvPicPr/>
              <p:nvPr/>
            </p:nvPicPr>
            <p:blipFill>
              <a:blip r:embed="rId34" cstate="print"/>
              <a:stretch>
                <a:fillRect/>
              </a:stretch>
            </p:blipFill>
            <p:spPr>
              <a:xfrm>
                <a:off x="6167523" y="7100307"/>
                <a:ext cx="109216" cy="172604"/>
              </a:xfrm>
              <a:prstGeom prst="rect">
                <a:avLst/>
              </a:prstGeom>
            </p:spPr>
          </p:pic>
          <p:pic>
            <p:nvPicPr>
              <p:cNvPr id="162" name="object 162"/>
              <p:cNvPicPr/>
              <p:nvPr/>
            </p:nvPicPr>
            <p:blipFill>
              <a:blip r:embed="rId35" cstate="print"/>
              <a:stretch>
                <a:fillRect/>
              </a:stretch>
            </p:blipFill>
            <p:spPr>
              <a:xfrm>
                <a:off x="6317389" y="7144966"/>
                <a:ext cx="178231" cy="125043"/>
              </a:xfrm>
              <a:prstGeom prst="rect">
                <a:avLst/>
              </a:prstGeom>
            </p:spPr>
          </p:pic>
          <p:pic>
            <p:nvPicPr>
              <p:cNvPr id="163" name="object 163"/>
              <p:cNvPicPr/>
              <p:nvPr/>
            </p:nvPicPr>
            <p:blipFill>
              <a:blip r:embed="rId36" cstate="print"/>
              <a:stretch>
                <a:fillRect/>
              </a:stretch>
            </p:blipFill>
            <p:spPr>
              <a:xfrm>
                <a:off x="6536493" y="7107229"/>
                <a:ext cx="105196" cy="162779"/>
              </a:xfrm>
              <a:prstGeom prst="rect">
                <a:avLst/>
              </a:prstGeom>
            </p:spPr>
          </p:pic>
          <p:sp>
            <p:nvSpPr>
              <p:cNvPr id="164" name="object 164"/>
              <p:cNvSpPr/>
              <p:nvPr/>
            </p:nvSpPr>
            <p:spPr>
              <a:xfrm>
                <a:off x="6671170" y="7107396"/>
                <a:ext cx="93980" cy="162560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162559">
                    <a:moveTo>
                      <a:pt x="93573" y="0"/>
                    </a:moveTo>
                    <a:lnTo>
                      <a:pt x="0" y="0"/>
                    </a:lnTo>
                    <a:lnTo>
                      <a:pt x="0" y="17780"/>
                    </a:lnTo>
                    <a:lnTo>
                      <a:pt x="0" y="66040"/>
                    </a:lnTo>
                    <a:lnTo>
                      <a:pt x="0" y="85090"/>
                    </a:lnTo>
                    <a:lnTo>
                      <a:pt x="0" y="162560"/>
                    </a:lnTo>
                    <a:lnTo>
                      <a:pt x="22110" y="162560"/>
                    </a:lnTo>
                    <a:lnTo>
                      <a:pt x="22110" y="85090"/>
                    </a:lnTo>
                    <a:lnTo>
                      <a:pt x="86652" y="85090"/>
                    </a:lnTo>
                    <a:lnTo>
                      <a:pt x="86652" y="66040"/>
                    </a:lnTo>
                    <a:lnTo>
                      <a:pt x="22110" y="66040"/>
                    </a:lnTo>
                    <a:lnTo>
                      <a:pt x="22110" y="17780"/>
                    </a:lnTo>
                    <a:lnTo>
                      <a:pt x="93573" y="17780"/>
                    </a:lnTo>
                    <a:lnTo>
                      <a:pt x="93573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65" name="object 165"/>
              <p:cNvPicPr/>
              <p:nvPr/>
            </p:nvPicPr>
            <p:blipFill>
              <a:blip r:embed="rId37" cstate="print"/>
              <a:stretch>
                <a:fillRect/>
              </a:stretch>
            </p:blipFill>
            <p:spPr>
              <a:xfrm>
                <a:off x="6790216" y="7104327"/>
                <a:ext cx="131327" cy="168584"/>
              </a:xfrm>
              <a:prstGeom prst="rect">
                <a:avLst/>
              </a:prstGeom>
            </p:spPr>
          </p:pic>
        </p:grpSp>
        <p:grpSp>
          <p:nvGrpSpPr>
            <p:cNvPr id="166" name="object 166"/>
            <p:cNvGrpSpPr/>
            <p:nvPr/>
          </p:nvGrpSpPr>
          <p:grpSpPr>
            <a:xfrm>
              <a:off x="6343111" y="7966519"/>
              <a:ext cx="412750" cy="168910"/>
              <a:chOff x="6343111" y="7966519"/>
              <a:chExt cx="412750" cy="168910"/>
            </a:xfrm>
          </p:grpSpPr>
          <p:pic>
            <p:nvPicPr>
              <p:cNvPr id="167" name="object 167"/>
              <p:cNvPicPr/>
              <p:nvPr/>
            </p:nvPicPr>
            <p:blipFill>
              <a:blip r:embed="rId38" cstate="print"/>
              <a:stretch>
                <a:fillRect/>
              </a:stretch>
            </p:blipFill>
            <p:spPr>
              <a:xfrm>
                <a:off x="6343111" y="7969422"/>
                <a:ext cx="105195" cy="162779"/>
              </a:xfrm>
              <a:prstGeom prst="rect">
                <a:avLst/>
              </a:prstGeom>
            </p:spPr>
          </p:pic>
          <p:pic>
            <p:nvPicPr>
              <p:cNvPr id="168" name="object 168"/>
              <p:cNvPicPr/>
              <p:nvPr/>
            </p:nvPicPr>
            <p:blipFill>
              <a:blip r:embed="rId39" cstate="print"/>
              <a:stretch>
                <a:fillRect/>
              </a:stretch>
            </p:blipFill>
            <p:spPr>
              <a:xfrm>
                <a:off x="6468409" y="7966519"/>
                <a:ext cx="131327" cy="168585"/>
              </a:xfrm>
              <a:prstGeom prst="rect">
                <a:avLst/>
              </a:prstGeom>
            </p:spPr>
          </p:pic>
          <p:pic>
            <p:nvPicPr>
              <p:cNvPr id="169" name="object 169"/>
              <p:cNvPicPr/>
              <p:nvPr/>
            </p:nvPicPr>
            <p:blipFill>
              <a:blip r:embed="rId39" cstate="print"/>
              <a:stretch>
                <a:fillRect/>
              </a:stretch>
            </p:blipFill>
            <p:spPr>
              <a:xfrm>
                <a:off x="6624305" y="7966519"/>
                <a:ext cx="131328" cy="168585"/>
              </a:xfrm>
              <a:prstGeom prst="rect">
                <a:avLst/>
              </a:prstGeom>
            </p:spPr>
          </p:pic>
        </p:grpSp>
        <p:grpSp>
          <p:nvGrpSpPr>
            <p:cNvPr id="170" name="object 170"/>
            <p:cNvGrpSpPr/>
            <p:nvPr/>
          </p:nvGrpSpPr>
          <p:grpSpPr>
            <a:xfrm>
              <a:off x="6177999" y="8824693"/>
              <a:ext cx="742950" cy="172720"/>
              <a:chOff x="6177999" y="8824693"/>
              <a:chExt cx="742950" cy="172720"/>
            </a:xfrm>
          </p:grpSpPr>
          <p:sp>
            <p:nvSpPr>
              <p:cNvPr id="171" name="object 171"/>
              <p:cNvSpPr/>
              <p:nvPr/>
            </p:nvSpPr>
            <p:spPr>
              <a:xfrm>
                <a:off x="6177991" y="8831624"/>
                <a:ext cx="160020" cy="163195"/>
              </a:xfrm>
              <a:custGeom>
                <a:avLst/>
                <a:gdLst/>
                <a:ahLst/>
                <a:cxnLst/>
                <a:rect l="l" t="t" r="r" b="b"/>
                <a:pathLst>
                  <a:path w="160020" h="163195">
                    <a:moveTo>
                      <a:pt x="22110" y="0"/>
                    </a:moveTo>
                    <a:lnTo>
                      <a:pt x="0" y="0"/>
                    </a:lnTo>
                    <a:lnTo>
                      <a:pt x="0" y="162775"/>
                    </a:lnTo>
                    <a:lnTo>
                      <a:pt x="22110" y="162775"/>
                    </a:lnTo>
                    <a:lnTo>
                      <a:pt x="22110" y="0"/>
                    </a:lnTo>
                    <a:close/>
                  </a:path>
                  <a:path w="160020" h="163195">
                    <a:moveTo>
                      <a:pt x="159473" y="431"/>
                    </a:moveTo>
                    <a:lnTo>
                      <a:pt x="65887" y="431"/>
                    </a:lnTo>
                    <a:lnTo>
                      <a:pt x="65887" y="18211"/>
                    </a:lnTo>
                    <a:lnTo>
                      <a:pt x="65887" y="66471"/>
                    </a:lnTo>
                    <a:lnTo>
                      <a:pt x="65887" y="85521"/>
                    </a:lnTo>
                    <a:lnTo>
                      <a:pt x="65887" y="162991"/>
                    </a:lnTo>
                    <a:lnTo>
                      <a:pt x="87998" y="162991"/>
                    </a:lnTo>
                    <a:lnTo>
                      <a:pt x="87998" y="85521"/>
                    </a:lnTo>
                    <a:lnTo>
                      <a:pt x="152552" y="85521"/>
                    </a:lnTo>
                    <a:lnTo>
                      <a:pt x="152552" y="66471"/>
                    </a:lnTo>
                    <a:lnTo>
                      <a:pt x="87998" y="66471"/>
                    </a:lnTo>
                    <a:lnTo>
                      <a:pt x="87998" y="18211"/>
                    </a:lnTo>
                    <a:lnTo>
                      <a:pt x="159473" y="18211"/>
                    </a:lnTo>
                    <a:lnTo>
                      <a:pt x="159473" y="43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72" name="object 172"/>
              <p:cNvPicPr/>
              <p:nvPr/>
            </p:nvPicPr>
            <p:blipFill>
              <a:blip r:embed="rId40" cstate="print"/>
              <a:stretch>
                <a:fillRect/>
              </a:stretch>
            </p:blipFill>
            <p:spPr>
              <a:xfrm>
                <a:off x="6362931" y="8828712"/>
                <a:ext cx="142272" cy="168585"/>
              </a:xfrm>
              <a:prstGeom prst="rect">
                <a:avLst/>
              </a:prstGeom>
            </p:spPr>
          </p:pic>
          <p:pic>
            <p:nvPicPr>
              <p:cNvPr id="173" name="object 173"/>
              <p:cNvPicPr/>
              <p:nvPr/>
            </p:nvPicPr>
            <p:blipFill>
              <a:blip r:embed="rId41" cstate="print"/>
              <a:stretch>
                <a:fillRect/>
              </a:stretch>
            </p:blipFill>
            <p:spPr>
              <a:xfrm>
                <a:off x="6536026" y="8828712"/>
                <a:ext cx="150758" cy="168585"/>
              </a:xfrm>
              <a:prstGeom prst="rect">
                <a:avLst/>
              </a:prstGeom>
            </p:spPr>
          </p:pic>
          <p:pic>
            <p:nvPicPr>
              <p:cNvPr id="174" name="object 174"/>
              <p:cNvPicPr/>
              <p:nvPr/>
            </p:nvPicPr>
            <p:blipFill>
              <a:blip r:embed="rId26" cstate="print"/>
              <a:stretch>
                <a:fillRect/>
              </a:stretch>
            </p:blipFill>
            <p:spPr>
              <a:xfrm>
                <a:off x="6719617" y="8869352"/>
                <a:ext cx="71471" cy="125043"/>
              </a:xfrm>
              <a:prstGeom prst="rect">
                <a:avLst/>
              </a:prstGeom>
            </p:spPr>
          </p:pic>
          <p:pic>
            <p:nvPicPr>
              <p:cNvPr id="175" name="object 175"/>
              <p:cNvPicPr/>
              <p:nvPr/>
            </p:nvPicPr>
            <p:blipFill>
              <a:blip r:embed="rId42" cstate="print"/>
              <a:stretch>
                <a:fillRect/>
              </a:stretch>
            </p:blipFill>
            <p:spPr>
              <a:xfrm>
                <a:off x="6811413" y="8824693"/>
                <a:ext cx="109216" cy="172604"/>
              </a:xfrm>
              <a:prstGeom prst="rect">
                <a:avLst/>
              </a:prstGeom>
            </p:spPr>
          </p:pic>
        </p:grpSp>
        <p:sp>
          <p:nvSpPr>
            <p:cNvPr id="176" name="object 176"/>
            <p:cNvSpPr/>
            <p:nvPr/>
          </p:nvSpPr>
          <p:spPr>
            <a:xfrm>
              <a:off x="3146425" y="1378527"/>
              <a:ext cx="215900" cy="255270"/>
            </a:xfrm>
            <a:custGeom>
              <a:avLst/>
              <a:gdLst/>
              <a:ahLst/>
              <a:cxnLst/>
              <a:rect l="l" t="t" r="r" b="b"/>
              <a:pathLst>
                <a:path w="215900" h="255269">
                  <a:moveTo>
                    <a:pt x="152107" y="227228"/>
                  </a:moveTo>
                  <a:lnTo>
                    <a:pt x="33172" y="227228"/>
                  </a:lnTo>
                  <a:lnTo>
                    <a:pt x="33172" y="10058"/>
                  </a:lnTo>
                  <a:lnTo>
                    <a:pt x="0" y="10058"/>
                  </a:lnTo>
                  <a:lnTo>
                    <a:pt x="0" y="227228"/>
                  </a:lnTo>
                  <a:lnTo>
                    <a:pt x="0" y="255168"/>
                  </a:lnTo>
                  <a:lnTo>
                    <a:pt x="152107" y="255168"/>
                  </a:lnTo>
                  <a:lnTo>
                    <a:pt x="152107" y="227228"/>
                  </a:lnTo>
                  <a:close/>
                </a:path>
                <a:path w="215900" h="255269">
                  <a:moveTo>
                    <a:pt x="215417" y="71335"/>
                  </a:moveTo>
                  <a:lnTo>
                    <a:pt x="185267" y="71335"/>
                  </a:lnTo>
                  <a:lnTo>
                    <a:pt x="185267" y="254546"/>
                  </a:lnTo>
                  <a:lnTo>
                    <a:pt x="215417" y="254546"/>
                  </a:lnTo>
                  <a:lnTo>
                    <a:pt x="215417" y="71335"/>
                  </a:lnTo>
                  <a:close/>
                </a:path>
                <a:path w="215900" h="255269">
                  <a:moveTo>
                    <a:pt x="215417" y="0"/>
                  </a:moveTo>
                  <a:lnTo>
                    <a:pt x="185267" y="0"/>
                  </a:lnTo>
                  <a:lnTo>
                    <a:pt x="185267" y="38188"/>
                  </a:lnTo>
                  <a:lnTo>
                    <a:pt x="215417" y="38188"/>
                  </a:lnTo>
                  <a:lnTo>
                    <a:pt x="2154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77" name="object 177"/>
            <p:cNvGrpSpPr/>
            <p:nvPr/>
          </p:nvGrpSpPr>
          <p:grpSpPr>
            <a:xfrm>
              <a:off x="3411435" y="1397948"/>
              <a:ext cx="476250" cy="240029"/>
              <a:chOff x="3411435" y="1397948"/>
              <a:chExt cx="476250" cy="240029"/>
            </a:xfrm>
          </p:grpSpPr>
          <p:pic>
            <p:nvPicPr>
              <p:cNvPr id="178" name="object 178"/>
              <p:cNvPicPr/>
              <p:nvPr/>
            </p:nvPicPr>
            <p:blipFill>
              <a:blip r:embed="rId43" cstate="print"/>
              <a:stretch>
                <a:fillRect/>
              </a:stretch>
            </p:blipFill>
            <p:spPr>
              <a:xfrm>
                <a:off x="3411435" y="1445508"/>
                <a:ext cx="140038" cy="191919"/>
              </a:xfrm>
              <a:prstGeom prst="rect">
                <a:avLst/>
              </a:prstGeom>
            </p:spPr>
          </p:pic>
          <p:pic>
            <p:nvPicPr>
              <p:cNvPr id="179" name="object 179"/>
              <p:cNvPicPr/>
              <p:nvPr/>
            </p:nvPicPr>
            <p:blipFill>
              <a:blip r:embed="rId44" cstate="print"/>
              <a:stretch>
                <a:fillRect/>
              </a:stretch>
            </p:blipFill>
            <p:spPr>
              <a:xfrm>
                <a:off x="3576936" y="1397948"/>
                <a:ext cx="114242" cy="235125"/>
              </a:xfrm>
              <a:prstGeom prst="rect">
                <a:avLst/>
              </a:prstGeom>
            </p:spPr>
          </p:pic>
          <p:pic>
            <p:nvPicPr>
              <p:cNvPr id="180" name="object 180"/>
              <p:cNvPicPr/>
              <p:nvPr/>
            </p:nvPicPr>
            <p:blipFill>
              <a:blip r:embed="rId45" cstate="print"/>
              <a:stretch>
                <a:fillRect/>
              </a:stretch>
            </p:blipFill>
            <p:spPr>
              <a:xfrm>
                <a:off x="3717645" y="1445508"/>
                <a:ext cx="169855" cy="191919"/>
              </a:xfrm>
              <a:prstGeom prst="rect">
                <a:avLst/>
              </a:prstGeom>
            </p:spPr>
          </p:pic>
        </p:grpSp>
        <p:pic>
          <p:nvPicPr>
            <p:cNvPr id="181" name="object 18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935743" y="1445508"/>
              <a:ext cx="153439" cy="187564"/>
            </a:xfrm>
            <a:prstGeom prst="rect">
              <a:avLst/>
            </a:prstGeom>
          </p:spPr>
        </p:pic>
        <p:sp>
          <p:nvSpPr>
            <p:cNvPr id="182" name="object 182"/>
            <p:cNvSpPr/>
            <p:nvPr/>
          </p:nvSpPr>
          <p:spPr>
            <a:xfrm>
              <a:off x="4149140" y="1378527"/>
              <a:ext cx="30480" cy="254635"/>
            </a:xfrm>
            <a:custGeom>
              <a:avLst/>
              <a:gdLst/>
              <a:ahLst/>
              <a:cxnLst/>
              <a:rect l="l" t="t" r="r" b="b"/>
              <a:pathLst>
                <a:path w="30479" h="254635">
                  <a:moveTo>
                    <a:pt x="30162" y="71335"/>
                  </a:moveTo>
                  <a:lnTo>
                    <a:pt x="0" y="71335"/>
                  </a:lnTo>
                  <a:lnTo>
                    <a:pt x="0" y="254546"/>
                  </a:lnTo>
                  <a:lnTo>
                    <a:pt x="30162" y="254546"/>
                  </a:lnTo>
                  <a:lnTo>
                    <a:pt x="30162" y="71335"/>
                  </a:lnTo>
                  <a:close/>
                </a:path>
                <a:path w="30479" h="254635">
                  <a:moveTo>
                    <a:pt x="30162" y="0"/>
                  </a:moveTo>
                  <a:lnTo>
                    <a:pt x="0" y="0"/>
                  </a:lnTo>
                  <a:lnTo>
                    <a:pt x="0" y="38188"/>
                  </a:lnTo>
                  <a:lnTo>
                    <a:pt x="30162" y="38188"/>
                  </a:lnTo>
                  <a:lnTo>
                    <a:pt x="301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3" name="object 183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241283" y="1445508"/>
              <a:ext cx="153439" cy="187564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4441626" y="1445508"/>
              <a:ext cx="163830" cy="257175"/>
            </a:xfrm>
            <a:custGeom>
              <a:avLst/>
              <a:gdLst/>
              <a:ahLst/>
              <a:cxnLst/>
              <a:rect l="l" t="t" r="r" b="b"/>
              <a:pathLst>
                <a:path w="163829" h="257175">
                  <a:moveTo>
                    <a:pt x="22111" y="218044"/>
                  </a:moveTo>
                  <a:lnTo>
                    <a:pt x="22111" y="247184"/>
                  </a:lnTo>
                  <a:lnTo>
                    <a:pt x="28759" y="249513"/>
                  </a:lnTo>
                  <a:lnTo>
                    <a:pt x="71537" y="256719"/>
                  </a:lnTo>
                  <a:lnTo>
                    <a:pt x="79399" y="256896"/>
                  </a:lnTo>
                  <a:lnTo>
                    <a:pt x="99012" y="255484"/>
                  </a:lnTo>
                  <a:lnTo>
                    <a:pt x="99274" y="255484"/>
                  </a:lnTo>
                  <a:lnTo>
                    <a:pt x="116628" y="251161"/>
                  </a:lnTo>
                  <a:lnTo>
                    <a:pt x="131176" y="244038"/>
                  </a:lnTo>
                  <a:lnTo>
                    <a:pt x="143054" y="234121"/>
                  </a:lnTo>
                  <a:lnTo>
                    <a:pt x="144452" y="232111"/>
                  </a:lnTo>
                  <a:lnTo>
                    <a:pt x="74709" y="232111"/>
                  </a:lnTo>
                  <a:lnTo>
                    <a:pt x="67983" y="231865"/>
                  </a:lnTo>
                  <a:lnTo>
                    <a:pt x="28644" y="221315"/>
                  </a:lnTo>
                  <a:lnTo>
                    <a:pt x="22111" y="218044"/>
                  </a:lnTo>
                  <a:close/>
                </a:path>
                <a:path w="163829" h="257175">
                  <a:moveTo>
                    <a:pt x="163825" y="155410"/>
                  </a:moveTo>
                  <a:lnTo>
                    <a:pt x="133673" y="155410"/>
                  </a:lnTo>
                  <a:lnTo>
                    <a:pt x="133673" y="170148"/>
                  </a:lnTo>
                  <a:lnTo>
                    <a:pt x="133070" y="179526"/>
                  </a:lnTo>
                  <a:lnTo>
                    <a:pt x="132960" y="181243"/>
                  </a:lnTo>
                  <a:lnTo>
                    <a:pt x="132844" y="183043"/>
                  </a:lnTo>
                  <a:lnTo>
                    <a:pt x="132736" y="184723"/>
                  </a:lnTo>
                  <a:lnTo>
                    <a:pt x="110514" y="223350"/>
                  </a:lnTo>
                  <a:lnTo>
                    <a:pt x="88274" y="231148"/>
                  </a:lnTo>
                  <a:lnTo>
                    <a:pt x="87967" y="231148"/>
                  </a:lnTo>
                  <a:lnTo>
                    <a:pt x="74709" y="232111"/>
                  </a:lnTo>
                  <a:lnTo>
                    <a:pt x="144452" y="232111"/>
                  </a:lnTo>
                  <a:lnTo>
                    <a:pt x="152094" y="221121"/>
                  </a:lnTo>
                  <a:lnTo>
                    <a:pt x="158590" y="205232"/>
                  </a:lnTo>
                  <a:lnTo>
                    <a:pt x="162279" y="187564"/>
                  </a:lnTo>
                  <a:lnTo>
                    <a:pt x="162384" y="187062"/>
                  </a:lnTo>
                  <a:lnTo>
                    <a:pt x="162511" y="186455"/>
                  </a:lnTo>
                  <a:lnTo>
                    <a:pt x="163825" y="164789"/>
                  </a:lnTo>
                  <a:lnTo>
                    <a:pt x="163825" y="155410"/>
                  </a:lnTo>
                  <a:close/>
                </a:path>
                <a:path w="163829" h="257175">
                  <a:moveTo>
                    <a:pt x="75044" y="0"/>
                  </a:moveTo>
                  <a:lnTo>
                    <a:pt x="31559" y="14554"/>
                  </a:lnTo>
                  <a:lnTo>
                    <a:pt x="5067" y="55641"/>
                  </a:lnTo>
                  <a:lnTo>
                    <a:pt x="0" y="93782"/>
                  </a:lnTo>
                  <a:lnTo>
                    <a:pt x="1261" y="114067"/>
                  </a:lnTo>
                  <a:lnTo>
                    <a:pt x="20436" y="162110"/>
                  </a:lnTo>
                  <a:lnTo>
                    <a:pt x="58832" y="185989"/>
                  </a:lnTo>
                  <a:lnTo>
                    <a:pt x="75044" y="187564"/>
                  </a:lnTo>
                  <a:lnTo>
                    <a:pt x="84723" y="187062"/>
                  </a:lnTo>
                  <a:lnTo>
                    <a:pt x="122869" y="169478"/>
                  </a:lnTo>
                  <a:lnTo>
                    <a:pt x="128924" y="162445"/>
                  </a:lnTo>
                  <a:lnTo>
                    <a:pt x="82415" y="162445"/>
                  </a:lnTo>
                  <a:lnTo>
                    <a:pt x="70987" y="161314"/>
                  </a:lnTo>
                  <a:lnTo>
                    <a:pt x="38647" y="134430"/>
                  </a:lnTo>
                  <a:lnTo>
                    <a:pt x="31157" y="93782"/>
                  </a:lnTo>
                  <a:lnTo>
                    <a:pt x="31978" y="78532"/>
                  </a:lnTo>
                  <a:lnTo>
                    <a:pt x="52027" y="35294"/>
                  </a:lnTo>
                  <a:lnTo>
                    <a:pt x="82415" y="25120"/>
                  </a:lnTo>
                  <a:lnTo>
                    <a:pt x="128924" y="25120"/>
                  </a:lnTo>
                  <a:lnTo>
                    <a:pt x="128585" y="24617"/>
                  </a:lnTo>
                  <a:lnTo>
                    <a:pt x="93680" y="2009"/>
                  </a:lnTo>
                  <a:lnTo>
                    <a:pt x="84723" y="502"/>
                  </a:lnTo>
                  <a:lnTo>
                    <a:pt x="75044" y="0"/>
                  </a:lnTo>
                  <a:close/>
                </a:path>
                <a:path w="163829" h="257175">
                  <a:moveTo>
                    <a:pt x="128924" y="25120"/>
                  </a:moveTo>
                  <a:lnTo>
                    <a:pt x="82415" y="25120"/>
                  </a:lnTo>
                  <a:lnTo>
                    <a:pt x="93842" y="26251"/>
                  </a:lnTo>
                  <a:lnTo>
                    <a:pt x="103982" y="29642"/>
                  </a:lnTo>
                  <a:lnTo>
                    <a:pt x="130239" y="64978"/>
                  </a:lnTo>
                  <a:lnTo>
                    <a:pt x="133673" y="93782"/>
                  </a:lnTo>
                  <a:lnTo>
                    <a:pt x="132804" y="109174"/>
                  </a:lnTo>
                  <a:lnTo>
                    <a:pt x="112802" y="152271"/>
                  </a:lnTo>
                  <a:lnTo>
                    <a:pt x="82415" y="162445"/>
                  </a:lnTo>
                  <a:lnTo>
                    <a:pt x="128924" y="162445"/>
                  </a:lnTo>
                  <a:lnTo>
                    <a:pt x="133673" y="155410"/>
                  </a:lnTo>
                  <a:lnTo>
                    <a:pt x="163825" y="155410"/>
                  </a:lnTo>
                  <a:lnTo>
                    <a:pt x="163825" y="32153"/>
                  </a:lnTo>
                  <a:lnTo>
                    <a:pt x="133673" y="32153"/>
                  </a:lnTo>
                  <a:lnTo>
                    <a:pt x="128924" y="25120"/>
                  </a:lnTo>
                  <a:close/>
                </a:path>
                <a:path w="163829" h="257175">
                  <a:moveTo>
                    <a:pt x="163825" y="4354"/>
                  </a:moveTo>
                  <a:lnTo>
                    <a:pt x="133673" y="4354"/>
                  </a:lnTo>
                  <a:lnTo>
                    <a:pt x="133673" y="32153"/>
                  </a:lnTo>
                  <a:lnTo>
                    <a:pt x="163825" y="32153"/>
                  </a:lnTo>
                  <a:lnTo>
                    <a:pt x="163825" y="43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85" name="object 185"/>
            <p:cNvGrpSpPr/>
            <p:nvPr/>
          </p:nvGrpSpPr>
          <p:grpSpPr>
            <a:xfrm>
              <a:off x="7149769" y="1912189"/>
              <a:ext cx="4130040" cy="7734300"/>
              <a:chOff x="7149769" y="1912189"/>
              <a:chExt cx="4130040" cy="7734300"/>
            </a:xfrm>
          </p:grpSpPr>
          <p:sp>
            <p:nvSpPr>
              <p:cNvPr id="186" name="object 186"/>
              <p:cNvSpPr/>
              <p:nvPr/>
            </p:nvSpPr>
            <p:spPr>
              <a:xfrm>
                <a:off x="7153957" y="1912189"/>
                <a:ext cx="13970" cy="7637145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7637145">
                    <a:moveTo>
                      <a:pt x="0" y="7636565"/>
                    </a:moveTo>
                    <a:lnTo>
                      <a:pt x="13959" y="7636565"/>
                    </a:lnTo>
                    <a:lnTo>
                      <a:pt x="13959" y="0"/>
                    </a:lnTo>
                    <a:lnTo>
                      <a:pt x="0" y="0"/>
                    </a:lnTo>
                    <a:lnTo>
                      <a:pt x="0" y="7636565"/>
                    </a:lnTo>
                    <a:close/>
                  </a:path>
                </a:pathLst>
              </a:custGeom>
              <a:solidFill>
                <a:srgbClr val="D3D3D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" name="object 187"/>
              <p:cNvSpPr/>
              <p:nvPr/>
            </p:nvSpPr>
            <p:spPr>
              <a:xfrm>
                <a:off x="7160937" y="9548755"/>
                <a:ext cx="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h="97790">
                    <a:moveTo>
                      <a:pt x="0" y="0"/>
                    </a:moveTo>
                    <a:lnTo>
                      <a:pt x="0" y="97689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" name="object 188"/>
              <p:cNvSpPr/>
              <p:nvPr/>
            </p:nvSpPr>
            <p:spPr>
              <a:xfrm>
                <a:off x="7160937" y="9548755"/>
                <a:ext cx="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h="97790">
                    <a:moveTo>
                      <a:pt x="0" y="0"/>
                    </a:moveTo>
                    <a:lnTo>
                      <a:pt x="0" y="97689"/>
                    </a:lnTo>
                  </a:path>
                </a:pathLst>
              </a:custGeom>
              <a:ln w="2233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" name="object 189"/>
              <p:cNvSpPr/>
              <p:nvPr/>
            </p:nvSpPr>
            <p:spPr>
              <a:xfrm>
                <a:off x="8187850" y="1912189"/>
                <a:ext cx="0" cy="7637145"/>
              </a:xfrm>
              <a:custGeom>
                <a:avLst/>
                <a:gdLst/>
                <a:ahLst/>
                <a:cxnLst/>
                <a:rect l="l" t="t" r="r" b="b"/>
                <a:pathLst>
                  <a:path h="7637145">
                    <a:moveTo>
                      <a:pt x="0" y="7636565"/>
                    </a:moveTo>
                    <a:lnTo>
                      <a:pt x="0" y="0"/>
                    </a:lnTo>
                  </a:path>
                </a:pathLst>
              </a:custGeom>
              <a:ln w="13959">
                <a:solidFill>
                  <a:srgbClr val="D3D3D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" name="object 190"/>
              <p:cNvSpPr/>
              <p:nvPr/>
            </p:nvSpPr>
            <p:spPr>
              <a:xfrm>
                <a:off x="8187850" y="9548755"/>
                <a:ext cx="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h="97790">
                    <a:moveTo>
                      <a:pt x="0" y="0"/>
                    </a:moveTo>
                    <a:lnTo>
                      <a:pt x="0" y="97689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" name="object 191"/>
              <p:cNvSpPr/>
              <p:nvPr/>
            </p:nvSpPr>
            <p:spPr>
              <a:xfrm>
                <a:off x="8187850" y="9548755"/>
                <a:ext cx="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h="97790">
                    <a:moveTo>
                      <a:pt x="0" y="0"/>
                    </a:moveTo>
                    <a:lnTo>
                      <a:pt x="0" y="97689"/>
                    </a:lnTo>
                  </a:path>
                </a:pathLst>
              </a:custGeom>
              <a:ln w="2233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" name="object 192"/>
              <p:cNvSpPr/>
              <p:nvPr/>
            </p:nvSpPr>
            <p:spPr>
              <a:xfrm>
                <a:off x="9214762" y="1912189"/>
                <a:ext cx="0" cy="7637145"/>
              </a:xfrm>
              <a:custGeom>
                <a:avLst/>
                <a:gdLst/>
                <a:ahLst/>
                <a:cxnLst/>
                <a:rect l="l" t="t" r="r" b="b"/>
                <a:pathLst>
                  <a:path h="7637145">
                    <a:moveTo>
                      <a:pt x="0" y="7636565"/>
                    </a:moveTo>
                    <a:lnTo>
                      <a:pt x="0" y="0"/>
                    </a:lnTo>
                  </a:path>
                </a:pathLst>
              </a:custGeom>
              <a:ln w="13959">
                <a:solidFill>
                  <a:srgbClr val="D3D3D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" name="object 193"/>
              <p:cNvSpPr/>
              <p:nvPr/>
            </p:nvSpPr>
            <p:spPr>
              <a:xfrm>
                <a:off x="9214762" y="9548755"/>
                <a:ext cx="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h="97790">
                    <a:moveTo>
                      <a:pt x="0" y="0"/>
                    </a:moveTo>
                    <a:lnTo>
                      <a:pt x="0" y="97689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4" name="object 194"/>
              <p:cNvSpPr/>
              <p:nvPr/>
            </p:nvSpPr>
            <p:spPr>
              <a:xfrm>
                <a:off x="9214762" y="9548755"/>
                <a:ext cx="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h="97790">
                    <a:moveTo>
                      <a:pt x="0" y="0"/>
                    </a:moveTo>
                    <a:lnTo>
                      <a:pt x="0" y="97689"/>
                    </a:lnTo>
                  </a:path>
                </a:pathLst>
              </a:custGeom>
              <a:ln w="2233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5" name="object 195"/>
              <p:cNvSpPr/>
              <p:nvPr/>
            </p:nvSpPr>
            <p:spPr>
              <a:xfrm>
                <a:off x="10241678" y="1912189"/>
                <a:ext cx="0" cy="7637145"/>
              </a:xfrm>
              <a:custGeom>
                <a:avLst/>
                <a:gdLst/>
                <a:ahLst/>
                <a:cxnLst/>
                <a:rect l="l" t="t" r="r" b="b"/>
                <a:pathLst>
                  <a:path h="7637145">
                    <a:moveTo>
                      <a:pt x="0" y="7636565"/>
                    </a:moveTo>
                    <a:lnTo>
                      <a:pt x="0" y="0"/>
                    </a:lnTo>
                  </a:path>
                </a:pathLst>
              </a:custGeom>
              <a:ln w="13959">
                <a:solidFill>
                  <a:srgbClr val="D3D3D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" name="object 196"/>
              <p:cNvSpPr/>
              <p:nvPr/>
            </p:nvSpPr>
            <p:spPr>
              <a:xfrm>
                <a:off x="10241678" y="9548755"/>
                <a:ext cx="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h="97790">
                    <a:moveTo>
                      <a:pt x="0" y="0"/>
                    </a:moveTo>
                    <a:lnTo>
                      <a:pt x="0" y="97689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" name="object 197"/>
              <p:cNvSpPr/>
              <p:nvPr/>
            </p:nvSpPr>
            <p:spPr>
              <a:xfrm>
                <a:off x="10241678" y="9548755"/>
                <a:ext cx="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h="97790">
                    <a:moveTo>
                      <a:pt x="0" y="0"/>
                    </a:moveTo>
                    <a:lnTo>
                      <a:pt x="0" y="97689"/>
                    </a:lnTo>
                  </a:path>
                </a:pathLst>
              </a:custGeom>
              <a:ln w="2233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" name="object 198"/>
              <p:cNvSpPr/>
              <p:nvPr/>
            </p:nvSpPr>
            <p:spPr>
              <a:xfrm>
                <a:off x="11268591" y="1912189"/>
                <a:ext cx="0" cy="7637145"/>
              </a:xfrm>
              <a:custGeom>
                <a:avLst/>
                <a:gdLst/>
                <a:ahLst/>
                <a:cxnLst/>
                <a:rect l="l" t="t" r="r" b="b"/>
                <a:pathLst>
                  <a:path h="7637145">
                    <a:moveTo>
                      <a:pt x="0" y="7636565"/>
                    </a:moveTo>
                    <a:lnTo>
                      <a:pt x="0" y="0"/>
                    </a:lnTo>
                  </a:path>
                </a:pathLst>
              </a:custGeom>
              <a:ln w="13959">
                <a:solidFill>
                  <a:srgbClr val="D3D3D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" name="object 199"/>
              <p:cNvSpPr/>
              <p:nvPr/>
            </p:nvSpPr>
            <p:spPr>
              <a:xfrm>
                <a:off x="11268591" y="9548755"/>
                <a:ext cx="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h="97790">
                    <a:moveTo>
                      <a:pt x="0" y="0"/>
                    </a:moveTo>
                    <a:lnTo>
                      <a:pt x="0" y="97689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" name="object 200"/>
              <p:cNvSpPr/>
              <p:nvPr/>
            </p:nvSpPr>
            <p:spPr>
              <a:xfrm>
                <a:off x="11268591" y="9548755"/>
                <a:ext cx="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h="97790">
                    <a:moveTo>
                      <a:pt x="0" y="0"/>
                    </a:moveTo>
                    <a:lnTo>
                      <a:pt x="0" y="97689"/>
                    </a:lnTo>
                  </a:path>
                </a:pathLst>
              </a:custGeom>
              <a:ln w="2233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1" name="object 201"/>
              <p:cNvSpPr/>
              <p:nvPr/>
            </p:nvSpPr>
            <p:spPr>
              <a:xfrm>
                <a:off x="8282236" y="2749747"/>
                <a:ext cx="9131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913129">
                    <a:moveTo>
                      <a:pt x="0" y="0"/>
                    </a:moveTo>
                    <a:lnTo>
                      <a:pt x="912687" y="0"/>
                    </a:lnTo>
                  </a:path>
                </a:pathLst>
              </a:custGeom>
              <a:ln w="33493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2" name="object 202"/>
              <p:cNvSpPr/>
              <p:nvPr/>
            </p:nvSpPr>
            <p:spPr>
              <a:xfrm>
                <a:off x="8282236" y="266601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3" name="object 203"/>
              <p:cNvSpPr/>
              <p:nvPr/>
            </p:nvSpPr>
            <p:spPr>
              <a:xfrm>
                <a:off x="8282236" y="266601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" name="object 204"/>
              <p:cNvSpPr/>
              <p:nvPr/>
            </p:nvSpPr>
            <p:spPr>
              <a:xfrm>
                <a:off x="9194924" y="266601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" name="object 205"/>
              <p:cNvSpPr/>
              <p:nvPr/>
            </p:nvSpPr>
            <p:spPr>
              <a:xfrm>
                <a:off x="9194924" y="266601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" name="object 206"/>
              <p:cNvSpPr/>
              <p:nvPr/>
            </p:nvSpPr>
            <p:spPr>
              <a:xfrm>
                <a:off x="9194843" y="3045357"/>
                <a:ext cx="119443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194434">
                    <a:moveTo>
                      <a:pt x="0" y="0"/>
                    </a:moveTo>
                    <a:lnTo>
                      <a:pt x="1194294" y="0"/>
                    </a:lnTo>
                  </a:path>
                </a:pathLst>
              </a:custGeom>
              <a:ln w="33493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" name="object 207"/>
              <p:cNvSpPr/>
              <p:nvPr/>
            </p:nvSpPr>
            <p:spPr>
              <a:xfrm>
                <a:off x="9194843" y="296162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" name="object 208"/>
              <p:cNvSpPr/>
              <p:nvPr/>
            </p:nvSpPr>
            <p:spPr>
              <a:xfrm>
                <a:off x="9194843" y="296162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9" name="object 209"/>
              <p:cNvSpPr/>
              <p:nvPr/>
            </p:nvSpPr>
            <p:spPr>
              <a:xfrm>
                <a:off x="10389137" y="296162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" name="object 210"/>
              <p:cNvSpPr/>
              <p:nvPr/>
            </p:nvSpPr>
            <p:spPr>
              <a:xfrm>
                <a:off x="10389137" y="296162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" name="object 211"/>
              <p:cNvSpPr/>
              <p:nvPr/>
            </p:nvSpPr>
            <p:spPr>
              <a:xfrm>
                <a:off x="8871209" y="3611942"/>
                <a:ext cx="8026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802640">
                    <a:moveTo>
                      <a:pt x="0" y="0"/>
                    </a:moveTo>
                    <a:lnTo>
                      <a:pt x="802063" y="0"/>
                    </a:lnTo>
                  </a:path>
                </a:pathLst>
              </a:custGeom>
              <a:ln w="33493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" name="object 212"/>
              <p:cNvSpPr/>
              <p:nvPr/>
            </p:nvSpPr>
            <p:spPr>
              <a:xfrm>
                <a:off x="8871209" y="3528208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3" name="object 213"/>
              <p:cNvSpPr/>
              <p:nvPr/>
            </p:nvSpPr>
            <p:spPr>
              <a:xfrm>
                <a:off x="8871209" y="3528208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4" name="object 214"/>
              <p:cNvSpPr/>
              <p:nvPr/>
            </p:nvSpPr>
            <p:spPr>
              <a:xfrm>
                <a:off x="9673272" y="3528208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5" name="object 215"/>
              <p:cNvSpPr/>
              <p:nvPr/>
            </p:nvSpPr>
            <p:spPr>
              <a:xfrm>
                <a:off x="9673272" y="3528208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6" name="object 216"/>
              <p:cNvSpPr/>
              <p:nvPr/>
            </p:nvSpPr>
            <p:spPr>
              <a:xfrm>
                <a:off x="9815986" y="3907549"/>
                <a:ext cx="850265" cy="0"/>
              </a:xfrm>
              <a:custGeom>
                <a:avLst/>
                <a:gdLst/>
                <a:ahLst/>
                <a:cxnLst/>
                <a:rect l="l" t="t" r="r" b="b"/>
                <a:pathLst>
                  <a:path w="850265">
                    <a:moveTo>
                      <a:pt x="0" y="0"/>
                    </a:moveTo>
                    <a:lnTo>
                      <a:pt x="849996" y="0"/>
                    </a:lnTo>
                  </a:path>
                </a:pathLst>
              </a:custGeom>
              <a:ln w="33493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7" name="object 217"/>
              <p:cNvSpPr/>
              <p:nvPr/>
            </p:nvSpPr>
            <p:spPr>
              <a:xfrm>
                <a:off x="9815986" y="3823815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8" name="object 218"/>
              <p:cNvSpPr/>
              <p:nvPr/>
            </p:nvSpPr>
            <p:spPr>
              <a:xfrm>
                <a:off x="9815986" y="3823815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9" name="object 219"/>
              <p:cNvSpPr/>
              <p:nvPr/>
            </p:nvSpPr>
            <p:spPr>
              <a:xfrm>
                <a:off x="10665982" y="3823815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0" name="object 220"/>
              <p:cNvSpPr/>
              <p:nvPr/>
            </p:nvSpPr>
            <p:spPr>
              <a:xfrm>
                <a:off x="10665982" y="3823815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1" name="object 221"/>
              <p:cNvSpPr/>
              <p:nvPr/>
            </p:nvSpPr>
            <p:spPr>
              <a:xfrm>
                <a:off x="9377482" y="4474134"/>
                <a:ext cx="4876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87679">
                    <a:moveTo>
                      <a:pt x="0" y="0"/>
                    </a:moveTo>
                    <a:lnTo>
                      <a:pt x="487411" y="0"/>
                    </a:lnTo>
                  </a:path>
                </a:pathLst>
              </a:custGeom>
              <a:ln w="33493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2" name="object 222"/>
              <p:cNvSpPr/>
              <p:nvPr/>
            </p:nvSpPr>
            <p:spPr>
              <a:xfrm>
                <a:off x="9377482" y="4390400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3" name="object 223"/>
              <p:cNvSpPr/>
              <p:nvPr/>
            </p:nvSpPr>
            <p:spPr>
              <a:xfrm>
                <a:off x="9377482" y="4390400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4" name="object 224"/>
              <p:cNvSpPr/>
              <p:nvPr/>
            </p:nvSpPr>
            <p:spPr>
              <a:xfrm>
                <a:off x="9864893" y="4390400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5" name="object 225"/>
              <p:cNvSpPr/>
              <p:nvPr/>
            </p:nvSpPr>
            <p:spPr>
              <a:xfrm>
                <a:off x="9864893" y="4390400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6" name="object 226"/>
              <p:cNvSpPr/>
              <p:nvPr/>
            </p:nvSpPr>
            <p:spPr>
              <a:xfrm>
                <a:off x="9993134" y="4769744"/>
                <a:ext cx="3987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98779">
                    <a:moveTo>
                      <a:pt x="0" y="0"/>
                    </a:moveTo>
                    <a:lnTo>
                      <a:pt x="398524" y="0"/>
                    </a:lnTo>
                  </a:path>
                </a:pathLst>
              </a:custGeom>
              <a:ln w="33493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7" name="object 227"/>
              <p:cNvSpPr/>
              <p:nvPr/>
            </p:nvSpPr>
            <p:spPr>
              <a:xfrm>
                <a:off x="9993134" y="4686010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8" name="object 228"/>
              <p:cNvSpPr/>
              <p:nvPr/>
            </p:nvSpPr>
            <p:spPr>
              <a:xfrm>
                <a:off x="9993134" y="4686010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9" name="object 229"/>
              <p:cNvSpPr/>
              <p:nvPr/>
            </p:nvSpPr>
            <p:spPr>
              <a:xfrm>
                <a:off x="10391659" y="4686010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0" name="object 230"/>
              <p:cNvSpPr/>
              <p:nvPr/>
            </p:nvSpPr>
            <p:spPr>
              <a:xfrm>
                <a:off x="10391659" y="4686010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1" name="object 231"/>
              <p:cNvSpPr/>
              <p:nvPr/>
            </p:nvSpPr>
            <p:spPr>
              <a:xfrm>
                <a:off x="8776716" y="5336326"/>
                <a:ext cx="5391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539115">
                    <a:moveTo>
                      <a:pt x="0" y="0"/>
                    </a:moveTo>
                    <a:lnTo>
                      <a:pt x="538747" y="0"/>
                    </a:lnTo>
                  </a:path>
                </a:pathLst>
              </a:custGeom>
              <a:ln w="33493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2" name="object 232"/>
              <p:cNvSpPr/>
              <p:nvPr/>
            </p:nvSpPr>
            <p:spPr>
              <a:xfrm>
                <a:off x="8776716" y="525259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3" name="object 233"/>
              <p:cNvSpPr/>
              <p:nvPr/>
            </p:nvSpPr>
            <p:spPr>
              <a:xfrm>
                <a:off x="8776716" y="525259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4" name="object 234"/>
              <p:cNvSpPr/>
              <p:nvPr/>
            </p:nvSpPr>
            <p:spPr>
              <a:xfrm>
                <a:off x="9315464" y="525259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5" name="object 235"/>
              <p:cNvSpPr/>
              <p:nvPr/>
            </p:nvSpPr>
            <p:spPr>
              <a:xfrm>
                <a:off x="9315464" y="525259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6" name="object 236"/>
              <p:cNvSpPr/>
              <p:nvPr/>
            </p:nvSpPr>
            <p:spPr>
              <a:xfrm>
                <a:off x="9069332" y="5631936"/>
                <a:ext cx="4203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20370">
                    <a:moveTo>
                      <a:pt x="0" y="0"/>
                    </a:moveTo>
                    <a:lnTo>
                      <a:pt x="420080" y="0"/>
                    </a:lnTo>
                  </a:path>
                </a:pathLst>
              </a:custGeom>
              <a:ln w="33493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7" name="object 237"/>
              <p:cNvSpPr/>
              <p:nvPr/>
            </p:nvSpPr>
            <p:spPr>
              <a:xfrm>
                <a:off x="9069332" y="554820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8" name="object 238"/>
              <p:cNvSpPr/>
              <p:nvPr/>
            </p:nvSpPr>
            <p:spPr>
              <a:xfrm>
                <a:off x="9069332" y="554820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9" name="object 239"/>
              <p:cNvSpPr/>
              <p:nvPr/>
            </p:nvSpPr>
            <p:spPr>
              <a:xfrm>
                <a:off x="9489413" y="554820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0" name="object 240"/>
              <p:cNvSpPr/>
              <p:nvPr/>
            </p:nvSpPr>
            <p:spPr>
              <a:xfrm>
                <a:off x="9489413" y="554820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1" name="object 241"/>
              <p:cNvSpPr/>
              <p:nvPr/>
            </p:nvSpPr>
            <p:spPr>
              <a:xfrm>
                <a:off x="9046922" y="6198519"/>
                <a:ext cx="899794" cy="0"/>
              </a:xfrm>
              <a:custGeom>
                <a:avLst/>
                <a:gdLst/>
                <a:ahLst/>
                <a:cxnLst/>
                <a:rect l="l" t="t" r="r" b="b"/>
                <a:pathLst>
                  <a:path w="899795">
                    <a:moveTo>
                      <a:pt x="0" y="0"/>
                    </a:moveTo>
                    <a:lnTo>
                      <a:pt x="899185" y="0"/>
                    </a:lnTo>
                  </a:path>
                </a:pathLst>
              </a:custGeom>
              <a:ln w="33493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2" name="object 242"/>
              <p:cNvSpPr/>
              <p:nvPr/>
            </p:nvSpPr>
            <p:spPr>
              <a:xfrm>
                <a:off x="9046922" y="611478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3" name="object 243"/>
              <p:cNvSpPr/>
              <p:nvPr/>
            </p:nvSpPr>
            <p:spPr>
              <a:xfrm>
                <a:off x="9046922" y="611478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4" name="object 244"/>
              <p:cNvSpPr/>
              <p:nvPr/>
            </p:nvSpPr>
            <p:spPr>
              <a:xfrm>
                <a:off x="9946108" y="611478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5" name="object 245"/>
              <p:cNvSpPr/>
              <p:nvPr/>
            </p:nvSpPr>
            <p:spPr>
              <a:xfrm>
                <a:off x="9946108" y="611478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39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6" name="object 246"/>
              <p:cNvSpPr/>
              <p:nvPr/>
            </p:nvSpPr>
            <p:spPr>
              <a:xfrm>
                <a:off x="9610275" y="6494128"/>
                <a:ext cx="7073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7390">
                    <a:moveTo>
                      <a:pt x="0" y="0"/>
                    </a:moveTo>
                    <a:lnTo>
                      <a:pt x="707132" y="0"/>
                    </a:lnTo>
                  </a:path>
                </a:pathLst>
              </a:custGeom>
              <a:ln w="33493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7" name="object 247"/>
              <p:cNvSpPr/>
              <p:nvPr/>
            </p:nvSpPr>
            <p:spPr>
              <a:xfrm>
                <a:off x="9610275" y="641039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8" name="object 248"/>
              <p:cNvSpPr/>
              <p:nvPr/>
            </p:nvSpPr>
            <p:spPr>
              <a:xfrm>
                <a:off x="9610275" y="641039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9" name="object 249"/>
              <p:cNvSpPr/>
              <p:nvPr/>
            </p:nvSpPr>
            <p:spPr>
              <a:xfrm>
                <a:off x="10317407" y="641039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0" name="object 250"/>
              <p:cNvSpPr/>
              <p:nvPr/>
            </p:nvSpPr>
            <p:spPr>
              <a:xfrm>
                <a:off x="10317407" y="641039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1" name="object 251"/>
              <p:cNvSpPr/>
              <p:nvPr/>
            </p:nvSpPr>
            <p:spPr>
              <a:xfrm>
                <a:off x="9214916" y="7060714"/>
                <a:ext cx="640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40079">
                    <a:moveTo>
                      <a:pt x="0" y="0"/>
                    </a:moveTo>
                    <a:lnTo>
                      <a:pt x="639968" y="0"/>
                    </a:lnTo>
                  </a:path>
                </a:pathLst>
              </a:custGeom>
              <a:ln w="33493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2" name="object 252"/>
              <p:cNvSpPr/>
              <p:nvPr/>
            </p:nvSpPr>
            <p:spPr>
              <a:xfrm>
                <a:off x="9214916" y="6976979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3" name="object 253"/>
              <p:cNvSpPr/>
              <p:nvPr/>
            </p:nvSpPr>
            <p:spPr>
              <a:xfrm>
                <a:off x="9214916" y="6976979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4" name="object 254"/>
              <p:cNvSpPr/>
              <p:nvPr/>
            </p:nvSpPr>
            <p:spPr>
              <a:xfrm>
                <a:off x="9854885" y="6976979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5" name="object 255"/>
              <p:cNvSpPr/>
              <p:nvPr/>
            </p:nvSpPr>
            <p:spPr>
              <a:xfrm>
                <a:off x="9854885" y="6976979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6" name="object 256"/>
              <p:cNvSpPr/>
              <p:nvPr/>
            </p:nvSpPr>
            <p:spPr>
              <a:xfrm>
                <a:off x="9512884" y="7356320"/>
                <a:ext cx="393065" cy="0"/>
              </a:xfrm>
              <a:custGeom>
                <a:avLst/>
                <a:gdLst/>
                <a:ahLst/>
                <a:cxnLst/>
                <a:rect l="l" t="t" r="r" b="b"/>
                <a:pathLst>
                  <a:path w="393065">
                    <a:moveTo>
                      <a:pt x="0" y="0"/>
                    </a:moveTo>
                    <a:lnTo>
                      <a:pt x="392474" y="0"/>
                    </a:lnTo>
                  </a:path>
                </a:pathLst>
              </a:custGeom>
              <a:ln w="33493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7" name="object 257"/>
              <p:cNvSpPr/>
              <p:nvPr/>
            </p:nvSpPr>
            <p:spPr>
              <a:xfrm>
                <a:off x="9512884" y="7272586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8" name="object 258"/>
              <p:cNvSpPr/>
              <p:nvPr/>
            </p:nvSpPr>
            <p:spPr>
              <a:xfrm>
                <a:off x="9512884" y="7272586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9" name="object 259"/>
              <p:cNvSpPr/>
              <p:nvPr/>
            </p:nvSpPr>
            <p:spPr>
              <a:xfrm>
                <a:off x="9905358" y="7272586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0" name="object 260"/>
              <p:cNvSpPr/>
              <p:nvPr/>
            </p:nvSpPr>
            <p:spPr>
              <a:xfrm>
                <a:off x="9905358" y="7272586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1" name="object 261"/>
              <p:cNvSpPr/>
              <p:nvPr/>
            </p:nvSpPr>
            <p:spPr>
              <a:xfrm>
                <a:off x="8860804" y="7922906"/>
                <a:ext cx="7296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729615">
                    <a:moveTo>
                      <a:pt x="0" y="0"/>
                    </a:moveTo>
                    <a:lnTo>
                      <a:pt x="729358" y="0"/>
                    </a:lnTo>
                  </a:path>
                </a:pathLst>
              </a:custGeom>
              <a:ln w="33493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2" name="object 262"/>
              <p:cNvSpPr/>
              <p:nvPr/>
            </p:nvSpPr>
            <p:spPr>
              <a:xfrm>
                <a:off x="8860804" y="783917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3" name="object 263"/>
              <p:cNvSpPr/>
              <p:nvPr/>
            </p:nvSpPr>
            <p:spPr>
              <a:xfrm>
                <a:off x="8860804" y="783917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4" name="object 264"/>
              <p:cNvSpPr/>
              <p:nvPr/>
            </p:nvSpPr>
            <p:spPr>
              <a:xfrm>
                <a:off x="9590162" y="783917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5" name="object 265"/>
              <p:cNvSpPr/>
              <p:nvPr/>
            </p:nvSpPr>
            <p:spPr>
              <a:xfrm>
                <a:off x="9590162" y="7839172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6" name="object 266"/>
              <p:cNvSpPr/>
              <p:nvPr/>
            </p:nvSpPr>
            <p:spPr>
              <a:xfrm>
                <a:off x="9195152" y="8218513"/>
                <a:ext cx="861060" cy="0"/>
              </a:xfrm>
              <a:custGeom>
                <a:avLst/>
                <a:gdLst/>
                <a:ahLst/>
                <a:cxnLst/>
                <a:rect l="l" t="t" r="r" b="b"/>
                <a:pathLst>
                  <a:path w="861059">
                    <a:moveTo>
                      <a:pt x="0" y="0"/>
                    </a:moveTo>
                    <a:lnTo>
                      <a:pt x="860736" y="0"/>
                    </a:lnTo>
                  </a:path>
                </a:pathLst>
              </a:custGeom>
              <a:ln w="33493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7" name="object 267"/>
              <p:cNvSpPr/>
              <p:nvPr/>
            </p:nvSpPr>
            <p:spPr>
              <a:xfrm>
                <a:off x="9195152" y="8134779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8" name="object 268"/>
              <p:cNvSpPr/>
              <p:nvPr/>
            </p:nvSpPr>
            <p:spPr>
              <a:xfrm>
                <a:off x="9195152" y="8134779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9" name="object 269"/>
              <p:cNvSpPr/>
              <p:nvPr/>
            </p:nvSpPr>
            <p:spPr>
              <a:xfrm>
                <a:off x="10055889" y="8134779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0" name="object 270"/>
              <p:cNvSpPr/>
              <p:nvPr/>
            </p:nvSpPr>
            <p:spPr>
              <a:xfrm>
                <a:off x="10055889" y="8134779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1" name="object 271"/>
              <p:cNvSpPr/>
              <p:nvPr/>
            </p:nvSpPr>
            <p:spPr>
              <a:xfrm>
                <a:off x="9508855" y="8785098"/>
                <a:ext cx="92773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27734">
                    <a:moveTo>
                      <a:pt x="0" y="0"/>
                    </a:moveTo>
                    <a:lnTo>
                      <a:pt x="927414" y="0"/>
                    </a:lnTo>
                  </a:path>
                </a:pathLst>
              </a:custGeom>
              <a:ln w="33493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2" name="object 272"/>
              <p:cNvSpPr/>
              <p:nvPr/>
            </p:nvSpPr>
            <p:spPr>
              <a:xfrm>
                <a:off x="9508855" y="870136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3" name="object 273"/>
              <p:cNvSpPr/>
              <p:nvPr/>
            </p:nvSpPr>
            <p:spPr>
              <a:xfrm>
                <a:off x="9508855" y="870136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4" name="object 274"/>
              <p:cNvSpPr/>
              <p:nvPr/>
            </p:nvSpPr>
            <p:spPr>
              <a:xfrm>
                <a:off x="10436269" y="870136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4878C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5" name="object 275"/>
              <p:cNvSpPr/>
              <p:nvPr/>
            </p:nvSpPr>
            <p:spPr>
              <a:xfrm>
                <a:off x="10436269" y="8701364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4878C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6" name="object 276"/>
              <p:cNvSpPr/>
              <p:nvPr/>
            </p:nvSpPr>
            <p:spPr>
              <a:xfrm>
                <a:off x="9376248" y="9080707"/>
                <a:ext cx="5613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61340">
                    <a:moveTo>
                      <a:pt x="0" y="0"/>
                    </a:moveTo>
                    <a:lnTo>
                      <a:pt x="560820" y="0"/>
                    </a:lnTo>
                  </a:path>
                </a:pathLst>
              </a:custGeom>
              <a:ln w="33493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7" name="object 277"/>
              <p:cNvSpPr/>
              <p:nvPr/>
            </p:nvSpPr>
            <p:spPr>
              <a:xfrm>
                <a:off x="9376248" y="8996973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8" name="object 278"/>
              <p:cNvSpPr/>
              <p:nvPr/>
            </p:nvSpPr>
            <p:spPr>
              <a:xfrm>
                <a:off x="9376248" y="8996973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9" name="object 279"/>
              <p:cNvSpPr/>
              <p:nvPr/>
            </p:nvSpPr>
            <p:spPr>
              <a:xfrm>
                <a:off x="9937068" y="8996973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0"/>
                    </a:moveTo>
                    <a:lnTo>
                      <a:pt x="0" y="167468"/>
                    </a:lnTo>
                  </a:path>
                </a:pathLst>
              </a:custGeom>
              <a:solidFill>
                <a:srgbClr val="E07A3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0" name="object 280"/>
              <p:cNvSpPr/>
              <p:nvPr/>
            </p:nvSpPr>
            <p:spPr>
              <a:xfrm>
                <a:off x="9937068" y="8996973"/>
                <a:ext cx="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h="167640">
                    <a:moveTo>
                      <a:pt x="0" y="167468"/>
                    </a:moveTo>
                    <a:lnTo>
                      <a:pt x="0" y="0"/>
                    </a:lnTo>
                  </a:path>
                </a:pathLst>
              </a:custGeom>
              <a:ln w="33502">
                <a:solidFill>
                  <a:srgbClr val="E07A3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81" name="object 281"/>
              <p:cNvPicPr/>
              <p:nvPr/>
            </p:nvPicPr>
            <p:blipFill>
              <a:blip r:embed="rId48" cstate="print"/>
              <a:stretch>
                <a:fillRect/>
              </a:stretch>
            </p:blipFill>
            <p:spPr>
              <a:xfrm>
                <a:off x="8654826" y="2666011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282" name="object 282"/>
              <p:cNvPicPr/>
              <p:nvPr/>
            </p:nvPicPr>
            <p:blipFill>
              <a:blip r:embed="rId49" cstate="print"/>
              <a:stretch>
                <a:fillRect/>
              </a:stretch>
            </p:blipFill>
            <p:spPr>
              <a:xfrm>
                <a:off x="9708237" y="2961621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283" name="object 283"/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9188487" y="3528206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284" name="object 284"/>
              <p:cNvPicPr/>
              <p:nvPr/>
            </p:nvPicPr>
            <p:blipFill>
              <a:blip r:embed="rId50" cstate="print"/>
              <a:stretch>
                <a:fillRect/>
              </a:stretch>
            </p:blipFill>
            <p:spPr>
              <a:xfrm>
                <a:off x="10157232" y="3823813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285" name="object 285"/>
              <p:cNvPicPr/>
              <p:nvPr/>
            </p:nvPicPr>
            <p:blipFill>
              <a:blip r:embed="rId51" cstate="print"/>
              <a:stretch>
                <a:fillRect/>
              </a:stretch>
            </p:blipFill>
            <p:spPr>
              <a:xfrm>
                <a:off x="9537434" y="4390398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286" name="object 286"/>
              <p:cNvPicPr/>
              <p:nvPr/>
            </p:nvPicPr>
            <p:blipFill>
              <a:blip r:embed="rId52" cstate="print"/>
              <a:stretch>
                <a:fillRect/>
              </a:stretch>
            </p:blipFill>
            <p:spPr>
              <a:xfrm>
                <a:off x="10108643" y="4686008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287" name="object 287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962337" y="5252590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288" name="object 288"/>
              <p:cNvPicPr/>
              <p:nvPr/>
            </p:nvPicPr>
            <p:blipFill>
              <a:blip r:embed="rId53" cstate="print"/>
              <a:stretch>
                <a:fillRect/>
              </a:stretch>
            </p:blipFill>
            <p:spPr>
              <a:xfrm>
                <a:off x="9195618" y="5548200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289" name="object 289"/>
              <p:cNvPicPr/>
              <p:nvPr/>
            </p:nvPicPr>
            <p:blipFill>
              <a:blip r:embed="rId54" cstate="print"/>
              <a:stretch>
                <a:fillRect/>
              </a:stretch>
            </p:blipFill>
            <p:spPr>
              <a:xfrm>
                <a:off x="9412762" y="6114783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290" name="object 290"/>
              <p:cNvPicPr/>
              <p:nvPr/>
            </p:nvPicPr>
            <p:blipFill>
              <a:blip r:embed="rId55" cstate="print"/>
              <a:stretch>
                <a:fillRect/>
              </a:stretch>
            </p:blipFill>
            <p:spPr>
              <a:xfrm>
                <a:off x="9880088" y="6410393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291" name="object 291"/>
              <p:cNvPicPr/>
              <p:nvPr/>
            </p:nvPicPr>
            <p:blipFill>
              <a:blip r:embed="rId56" cstate="print"/>
              <a:stretch>
                <a:fillRect/>
              </a:stretch>
            </p:blipFill>
            <p:spPr>
              <a:xfrm>
                <a:off x="9451147" y="6976978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292" name="object 292"/>
              <p:cNvPicPr/>
              <p:nvPr/>
            </p:nvPicPr>
            <p:blipFill>
              <a:blip r:embed="rId55" cstate="print"/>
              <a:stretch>
                <a:fillRect/>
              </a:stretch>
            </p:blipFill>
            <p:spPr>
              <a:xfrm>
                <a:off x="9625369" y="7272584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293" name="object 293"/>
              <p:cNvPicPr/>
              <p:nvPr/>
            </p:nvPicPr>
            <p:blipFill>
              <a:blip r:embed="rId57" cstate="print"/>
              <a:stretch>
                <a:fillRect/>
              </a:stretch>
            </p:blipFill>
            <p:spPr>
              <a:xfrm>
                <a:off x="9141729" y="7839170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294" name="object 294"/>
              <p:cNvPicPr/>
              <p:nvPr/>
            </p:nvPicPr>
            <p:blipFill>
              <a:blip r:embed="rId55" cstate="print"/>
              <a:stretch>
                <a:fillRect/>
              </a:stretch>
            </p:blipFill>
            <p:spPr>
              <a:xfrm>
                <a:off x="9541767" y="8134777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295" name="object 295"/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9888807" y="8701362"/>
                <a:ext cx="167507" cy="167472"/>
              </a:xfrm>
              <a:prstGeom prst="rect">
                <a:avLst/>
              </a:prstGeom>
            </p:spPr>
          </p:pic>
          <p:pic>
            <p:nvPicPr>
              <p:cNvPr id="296" name="object 296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9572905" y="8996971"/>
                <a:ext cx="167507" cy="167472"/>
              </a:xfrm>
              <a:prstGeom prst="rect">
                <a:avLst/>
              </a:prstGeom>
            </p:spPr>
          </p:pic>
          <p:sp>
            <p:nvSpPr>
              <p:cNvPr id="297" name="object 297"/>
              <p:cNvSpPr/>
              <p:nvPr/>
            </p:nvSpPr>
            <p:spPr>
              <a:xfrm>
                <a:off x="7149769" y="1912189"/>
                <a:ext cx="22860" cy="7637145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7637145">
                    <a:moveTo>
                      <a:pt x="0" y="7636565"/>
                    </a:moveTo>
                    <a:lnTo>
                      <a:pt x="22334" y="7636565"/>
                    </a:lnTo>
                    <a:lnTo>
                      <a:pt x="22334" y="0"/>
                    </a:lnTo>
                    <a:lnTo>
                      <a:pt x="0" y="0"/>
                    </a:lnTo>
                    <a:lnTo>
                      <a:pt x="0" y="763656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8" name="object 298"/>
              <p:cNvSpPr/>
              <p:nvPr/>
            </p:nvSpPr>
            <p:spPr>
              <a:xfrm>
                <a:off x="7160937" y="9548755"/>
                <a:ext cx="41078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107815">
                    <a:moveTo>
                      <a:pt x="0" y="0"/>
                    </a:moveTo>
                    <a:lnTo>
                      <a:pt x="4107653" y="0"/>
                    </a:lnTo>
                  </a:path>
                </a:pathLst>
              </a:custGeom>
              <a:ln w="22329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99" name="object 299"/>
            <p:cNvGrpSpPr/>
            <p:nvPr/>
          </p:nvGrpSpPr>
          <p:grpSpPr>
            <a:xfrm>
              <a:off x="6926811" y="9748101"/>
              <a:ext cx="460375" cy="168910"/>
              <a:chOff x="6926811" y="9748101"/>
              <a:chExt cx="460375" cy="168910"/>
            </a:xfrm>
          </p:grpSpPr>
          <p:pic>
            <p:nvPicPr>
              <p:cNvPr id="300" name="object 300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6926811" y="9748101"/>
                <a:ext cx="112566" cy="168584"/>
              </a:xfrm>
              <a:prstGeom prst="rect">
                <a:avLst/>
              </a:prstGeom>
            </p:spPr>
          </p:pic>
          <p:sp>
            <p:nvSpPr>
              <p:cNvPr id="301" name="object 301"/>
              <p:cNvSpPr/>
              <p:nvPr/>
            </p:nvSpPr>
            <p:spPr>
              <a:xfrm>
                <a:off x="7078017" y="9886095"/>
                <a:ext cx="23495" cy="27940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27940">
                    <a:moveTo>
                      <a:pt x="23004" y="0"/>
                    </a:moveTo>
                    <a:lnTo>
                      <a:pt x="0" y="0"/>
                    </a:lnTo>
                    <a:lnTo>
                      <a:pt x="0" y="27688"/>
                    </a:lnTo>
                    <a:lnTo>
                      <a:pt x="23004" y="27688"/>
                    </a:lnTo>
                    <a:lnTo>
                      <a:pt x="2300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02" name="object 302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7139884" y="9748101"/>
                <a:ext cx="112567" cy="168584"/>
              </a:xfrm>
              <a:prstGeom prst="rect">
                <a:avLst/>
              </a:prstGeom>
            </p:spPr>
          </p:pic>
          <p:pic>
            <p:nvPicPr>
              <p:cNvPr id="303" name="object 303"/>
              <p:cNvPicPr/>
              <p:nvPr/>
            </p:nvPicPr>
            <p:blipFill>
              <a:blip r:embed="rId58" cstate="print"/>
              <a:stretch>
                <a:fillRect/>
              </a:stretch>
            </p:blipFill>
            <p:spPr>
              <a:xfrm>
                <a:off x="7283496" y="9748101"/>
                <a:ext cx="103409" cy="165681"/>
              </a:xfrm>
              <a:prstGeom prst="rect">
                <a:avLst/>
              </a:prstGeom>
            </p:spPr>
          </p:pic>
        </p:grpSp>
        <p:grpSp>
          <p:nvGrpSpPr>
            <p:cNvPr id="304" name="object 304"/>
            <p:cNvGrpSpPr/>
            <p:nvPr/>
          </p:nvGrpSpPr>
          <p:grpSpPr>
            <a:xfrm>
              <a:off x="7953723" y="9748101"/>
              <a:ext cx="464820" cy="168910"/>
              <a:chOff x="7953723" y="9748101"/>
              <a:chExt cx="464820" cy="168910"/>
            </a:xfrm>
          </p:grpSpPr>
          <p:pic>
            <p:nvPicPr>
              <p:cNvPr id="305" name="object 305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7953723" y="9748101"/>
                <a:ext cx="112567" cy="168584"/>
              </a:xfrm>
              <a:prstGeom prst="rect">
                <a:avLst/>
              </a:prstGeom>
            </p:spPr>
          </p:pic>
          <p:sp>
            <p:nvSpPr>
              <p:cNvPr id="306" name="object 306"/>
              <p:cNvSpPr/>
              <p:nvPr/>
            </p:nvSpPr>
            <p:spPr>
              <a:xfrm>
                <a:off x="8104928" y="9886095"/>
                <a:ext cx="23495" cy="27940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27940">
                    <a:moveTo>
                      <a:pt x="23004" y="0"/>
                    </a:moveTo>
                    <a:lnTo>
                      <a:pt x="0" y="0"/>
                    </a:lnTo>
                    <a:lnTo>
                      <a:pt x="0" y="27688"/>
                    </a:lnTo>
                    <a:lnTo>
                      <a:pt x="23004" y="27688"/>
                    </a:lnTo>
                    <a:lnTo>
                      <a:pt x="2300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07" name="object 307"/>
              <p:cNvPicPr/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8166796" y="9748101"/>
                <a:ext cx="112567" cy="168584"/>
              </a:xfrm>
              <a:prstGeom prst="rect">
                <a:avLst/>
              </a:prstGeom>
            </p:spPr>
          </p:pic>
          <p:pic>
            <p:nvPicPr>
              <p:cNvPr id="308" name="object 308"/>
              <p:cNvPicPr/>
              <p:nvPr/>
            </p:nvPicPr>
            <p:blipFill>
              <a:blip r:embed="rId59" cstate="print"/>
              <a:stretch>
                <a:fillRect/>
              </a:stretch>
            </p:blipFill>
            <p:spPr>
              <a:xfrm>
                <a:off x="8311078" y="9748101"/>
                <a:ext cx="107207" cy="168584"/>
              </a:xfrm>
              <a:prstGeom prst="rect">
                <a:avLst/>
              </a:prstGeom>
            </p:spPr>
          </p:pic>
        </p:grpSp>
        <p:grpSp>
          <p:nvGrpSpPr>
            <p:cNvPr id="309" name="object 309"/>
            <p:cNvGrpSpPr/>
            <p:nvPr/>
          </p:nvGrpSpPr>
          <p:grpSpPr>
            <a:xfrm>
              <a:off x="8980636" y="9748101"/>
              <a:ext cx="470534" cy="168910"/>
              <a:chOff x="8980636" y="9748101"/>
              <a:chExt cx="470534" cy="168910"/>
            </a:xfrm>
          </p:grpSpPr>
          <p:pic>
            <p:nvPicPr>
              <p:cNvPr id="310" name="object 310"/>
              <p:cNvPicPr/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8980636" y="9748101"/>
                <a:ext cx="112567" cy="168584"/>
              </a:xfrm>
              <a:prstGeom prst="rect">
                <a:avLst/>
              </a:prstGeom>
            </p:spPr>
          </p:pic>
          <p:sp>
            <p:nvSpPr>
              <p:cNvPr id="311" name="object 311"/>
              <p:cNvSpPr/>
              <p:nvPr/>
            </p:nvSpPr>
            <p:spPr>
              <a:xfrm>
                <a:off x="9131842" y="9886095"/>
                <a:ext cx="23495" cy="27940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27940">
                    <a:moveTo>
                      <a:pt x="23004" y="0"/>
                    </a:moveTo>
                    <a:lnTo>
                      <a:pt x="0" y="0"/>
                    </a:lnTo>
                    <a:lnTo>
                      <a:pt x="0" y="27688"/>
                    </a:lnTo>
                    <a:lnTo>
                      <a:pt x="23004" y="27688"/>
                    </a:lnTo>
                    <a:lnTo>
                      <a:pt x="2300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12" name="object 312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9193709" y="9748101"/>
                <a:ext cx="112567" cy="168584"/>
              </a:xfrm>
              <a:prstGeom prst="rect">
                <a:avLst/>
              </a:prstGeom>
            </p:spPr>
          </p:pic>
          <p:pic>
            <p:nvPicPr>
              <p:cNvPr id="313" name="object 313"/>
              <p:cNvPicPr/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9331961" y="9751004"/>
                <a:ext cx="118597" cy="162779"/>
              </a:xfrm>
              <a:prstGeom prst="rect">
                <a:avLst/>
              </a:prstGeom>
            </p:spPr>
          </p:pic>
        </p:grpSp>
        <p:grpSp>
          <p:nvGrpSpPr>
            <p:cNvPr id="314" name="object 314"/>
            <p:cNvGrpSpPr/>
            <p:nvPr/>
          </p:nvGrpSpPr>
          <p:grpSpPr>
            <a:xfrm>
              <a:off x="10007548" y="9748101"/>
              <a:ext cx="463550" cy="168910"/>
              <a:chOff x="10007548" y="9748101"/>
              <a:chExt cx="463550" cy="168910"/>
            </a:xfrm>
          </p:grpSpPr>
          <p:pic>
            <p:nvPicPr>
              <p:cNvPr id="315" name="object 315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10007548" y="9748101"/>
                <a:ext cx="112567" cy="168584"/>
              </a:xfrm>
              <a:prstGeom prst="rect">
                <a:avLst/>
              </a:prstGeom>
            </p:spPr>
          </p:pic>
          <p:sp>
            <p:nvSpPr>
              <p:cNvPr id="316" name="object 316"/>
              <p:cNvSpPr/>
              <p:nvPr/>
            </p:nvSpPr>
            <p:spPr>
              <a:xfrm>
                <a:off x="10158755" y="9886095"/>
                <a:ext cx="23495" cy="27940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27940">
                    <a:moveTo>
                      <a:pt x="23004" y="0"/>
                    </a:moveTo>
                    <a:lnTo>
                      <a:pt x="0" y="0"/>
                    </a:lnTo>
                    <a:lnTo>
                      <a:pt x="0" y="27688"/>
                    </a:lnTo>
                    <a:lnTo>
                      <a:pt x="23004" y="27688"/>
                    </a:lnTo>
                    <a:lnTo>
                      <a:pt x="2300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17" name="object 317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10220622" y="9748101"/>
                <a:ext cx="112567" cy="168584"/>
              </a:xfrm>
              <a:prstGeom prst="rect">
                <a:avLst/>
              </a:prstGeom>
            </p:spPr>
          </p:pic>
          <p:pic>
            <p:nvPicPr>
              <p:cNvPr id="318" name="object 318"/>
              <p:cNvPicPr/>
              <p:nvPr/>
            </p:nvPicPr>
            <p:blipFill>
              <a:blip r:embed="rId60" cstate="print"/>
              <a:stretch>
                <a:fillRect/>
              </a:stretch>
            </p:blipFill>
            <p:spPr>
              <a:xfrm>
                <a:off x="10365128" y="9751004"/>
                <a:ext cx="105419" cy="165681"/>
              </a:xfrm>
              <a:prstGeom prst="rect">
                <a:avLst/>
              </a:prstGeom>
            </p:spPr>
          </p:pic>
        </p:grpSp>
        <p:grpSp>
          <p:nvGrpSpPr>
            <p:cNvPr id="319" name="object 319"/>
            <p:cNvGrpSpPr/>
            <p:nvPr/>
          </p:nvGrpSpPr>
          <p:grpSpPr>
            <a:xfrm>
              <a:off x="11034459" y="9748101"/>
              <a:ext cx="468630" cy="168910"/>
              <a:chOff x="11034459" y="9748101"/>
              <a:chExt cx="468630" cy="168910"/>
            </a:xfrm>
          </p:grpSpPr>
          <p:pic>
            <p:nvPicPr>
              <p:cNvPr id="320" name="object 320"/>
              <p:cNvPicPr/>
              <p:nvPr/>
            </p:nvPicPr>
            <p:blipFill>
              <a:blip r:embed="rId61" cstate="print"/>
              <a:stretch>
                <a:fillRect/>
              </a:stretch>
            </p:blipFill>
            <p:spPr>
              <a:xfrm>
                <a:off x="11034459" y="9748101"/>
                <a:ext cx="112572" cy="168584"/>
              </a:xfrm>
              <a:prstGeom prst="rect">
                <a:avLst/>
              </a:prstGeom>
            </p:spPr>
          </p:pic>
          <p:sp>
            <p:nvSpPr>
              <p:cNvPr id="321" name="object 321"/>
              <p:cNvSpPr/>
              <p:nvPr/>
            </p:nvSpPr>
            <p:spPr>
              <a:xfrm>
                <a:off x="11185669" y="9886095"/>
                <a:ext cx="23495" cy="27940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27940">
                    <a:moveTo>
                      <a:pt x="23004" y="0"/>
                    </a:moveTo>
                    <a:lnTo>
                      <a:pt x="0" y="0"/>
                    </a:lnTo>
                    <a:lnTo>
                      <a:pt x="0" y="27688"/>
                    </a:lnTo>
                    <a:lnTo>
                      <a:pt x="23004" y="27688"/>
                    </a:lnTo>
                    <a:lnTo>
                      <a:pt x="2300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22" name="object 322"/>
              <p:cNvPicPr/>
              <p:nvPr/>
            </p:nvPicPr>
            <p:blipFill>
              <a:blip r:embed="rId62" cstate="print"/>
              <a:stretch>
                <a:fillRect/>
              </a:stretch>
            </p:blipFill>
            <p:spPr>
              <a:xfrm>
                <a:off x="11247531" y="9748101"/>
                <a:ext cx="112572" cy="168584"/>
              </a:xfrm>
              <a:prstGeom prst="rect">
                <a:avLst/>
              </a:prstGeom>
            </p:spPr>
          </p:pic>
          <p:pic>
            <p:nvPicPr>
              <p:cNvPr id="323" name="object 323"/>
              <p:cNvPicPr/>
              <p:nvPr/>
            </p:nvPicPr>
            <p:blipFill>
              <a:blip r:embed="rId63" cstate="print"/>
              <a:stretch>
                <a:fillRect/>
              </a:stretch>
            </p:blipFill>
            <p:spPr>
              <a:xfrm>
                <a:off x="11390480" y="9748101"/>
                <a:ext cx="112342" cy="168584"/>
              </a:xfrm>
              <a:prstGeom prst="rect">
                <a:avLst/>
              </a:prstGeom>
            </p:spPr>
          </p:pic>
        </p:grpSp>
        <p:grpSp>
          <p:nvGrpSpPr>
            <p:cNvPr id="324" name="object 324"/>
            <p:cNvGrpSpPr/>
            <p:nvPr/>
          </p:nvGrpSpPr>
          <p:grpSpPr>
            <a:xfrm>
              <a:off x="9094186" y="10078963"/>
              <a:ext cx="243204" cy="163195"/>
              <a:chOff x="9094186" y="10078963"/>
              <a:chExt cx="243204" cy="163195"/>
            </a:xfrm>
          </p:grpSpPr>
          <p:pic>
            <p:nvPicPr>
              <p:cNvPr id="325" name="object 325"/>
              <p:cNvPicPr/>
              <p:nvPr/>
            </p:nvPicPr>
            <p:blipFill>
              <a:blip r:embed="rId26" cstate="print"/>
              <a:stretch>
                <a:fillRect/>
              </a:stretch>
            </p:blipFill>
            <p:spPr>
              <a:xfrm>
                <a:off x="9265513" y="10116700"/>
                <a:ext cx="71471" cy="125043"/>
              </a:xfrm>
              <a:prstGeom prst="rect">
                <a:avLst/>
              </a:prstGeom>
            </p:spPr>
          </p:pic>
          <p:pic>
            <p:nvPicPr>
              <p:cNvPr id="326" name="object 326"/>
              <p:cNvPicPr/>
              <p:nvPr/>
            </p:nvPicPr>
            <p:blipFill>
              <a:blip r:embed="rId64" cstate="print"/>
              <a:stretch>
                <a:fillRect/>
              </a:stretch>
            </p:blipFill>
            <p:spPr>
              <a:xfrm>
                <a:off x="9094186" y="10078963"/>
                <a:ext cx="149196" cy="162780"/>
              </a:xfrm>
              <a:prstGeom prst="rect">
                <a:avLst/>
              </a:prstGeom>
            </p:spPr>
          </p:pic>
        </p:grpSp>
        <p:grpSp>
          <p:nvGrpSpPr>
            <p:cNvPr id="327" name="object 327"/>
            <p:cNvGrpSpPr/>
            <p:nvPr/>
          </p:nvGrpSpPr>
          <p:grpSpPr>
            <a:xfrm>
              <a:off x="8566646" y="1388904"/>
              <a:ext cx="566420" cy="248920"/>
              <a:chOff x="8566646" y="1388904"/>
              <a:chExt cx="566420" cy="248920"/>
            </a:xfrm>
          </p:grpSpPr>
          <p:pic>
            <p:nvPicPr>
              <p:cNvPr id="328" name="object 328"/>
              <p:cNvPicPr/>
              <p:nvPr/>
            </p:nvPicPr>
            <p:blipFill>
              <a:blip r:embed="rId65" cstate="print"/>
              <a:stretch>
                <a:fillRect/>
              </a:stretch>
            </p:blipFill>
            <p:spPr>
              <a:xfrm>
                <a:off x="8566646" y="1388904"/>
                <a:ext cx="373457" cy="248524"/>
              </a:xfrm>
              <a:prstGeom prst="rect">
                <a:avLst/>
              </a:prstGeom>
            </p:spPr>
          </p:pic>
          <p:pic>
            <p:nvPicPr>
              <p:cNvPr id="329" name="object 329"/>
              <p:cNvPicPr/>
              <p:nvPr/>
            </p:nvPicPr>
            <p:blipFill>
              <a:blip r:embed="rId66" cstate="print"/>
              <a:stretch>
                <a:fillRect/>
              </a:stretch>
            </p:blipFill>
            <p:spPr>
              <a:xfrm>
                <a:off x="8977961" y="1445508"/>
                <a:ext cx="154779" cy="191919"/>
              </a:xfrm>
              <a:prstGeom prst="rect">
                <a:avLst/>
              </a:prstGeom>
            </p:spPr>
          </p:pic>
        </p:grpSp>
        <p:sp>
          <p:nvSpPr>
            <p:cNvPr id="330" name="object 330"/>
            <p:cNvSpPr/>
            <p:nvPr/>
          </p:nvSpPr>
          <p:spPr>
            <a:xfrm>
              <a:off x="9181654" y="1378521"/>
              <a:ext cx="163830" cy="259079"/>
            </a:xfrm>
            <a:custGeom>
              <a:avLst/>
              <a:gdLst/>
              <a:ahLst/>
              <a:cxnLst/>
              <a:rect l="l" t="t" r="r" b="b"/>
              <a:pathLst>
                <a:path w="163829" h="259080">
                  <a:moveTo>
                    <a:pt x="75044" y="66987"/>
                  </a:moveTo>
                  <a:lnTo>
                    <a:pt x="32078" y="81965"/>
                  </a:lnTo>
                  <a:lnTo>
                    <a:pt x="5109" y="124136"/>
                  </a:lnTo>
                  <a:lnTo>
                    <a:pt x="0" y="163114"/>
                  </a:lnTo>
                  <a:lnTo>
                    <a:pt x="1266" y="183702"/>
                  </a:lnTo>
                  <a:lnTo>
                    <a:pt x="20771" y="232781"/>
                  </a:lnTo>
                  <a:lnTo>
                    <a:pt x="59215" y="257274"/>
                  </a:lnTo>
                  <a:lnTo>
                    <a:pt x="75044" y="258907"/>
                  </a:lnTo>
                  <a:lnTo>
                    <a:pt x="84723" y="258410"/>
                  </a:lnTo>
                  <a:lnTo>
                    <a:pt x="122869" y="241406"/>
                  </a:lnTo>
                  <a:lnTo>
                    <a:pt x="129039" y="234121"/>
                  </a:lnTo>
                  <a:lnTo>
                    <a:pt x="82080" y="234121"/>
                  </a:lnTo>
                  <a:lnTo>
                    <a:pt x="70705" y="232980"/>
                  </a:lnTo>
                  <a:lnTo>
                    <a:pt x="38647" y="204940"/>
                  </a:lnTo>
                  <a:lnTo>
                    <a:pt x="31156" y="163114"/>
                  </a:lnTo>
                  <a:lnTo>
                    <a:pt x="31978" y="147466"/>
                  </a:lnTo>
                  <a:lnTo>
                    <a:pt x="44557" y="111199"/>
                  </a:lnTo>
                  <a:lnTo>
                    <a:pt x="82080" y="92108"/>
                  </a:lnTo>
                  <a:lnTo>
                    <a:pt x="128924" y="92108"/>
                  </a:lnTo>
                  <a:lnTo>
                    <a:pt x="128585" y="91605"/>
                  </a:lnTo>
                  <a:lnTo>
                    <a:pt x="93680" y="68997"/>
                  </a:lnTo>
                  <a:lnTo>
                    <a:pt x="84723" y="67489"/>
                  </a:lnTo>
                  <a:lnTo>
                    <a:pt x="75044" y="66987"/>
                  </a:lnTo>
                  <a:close/>
                </a:path>
                <a:path w="163829" h="259080">
                  <a:moveTo>
                    <a:pt x="163825" y="227087"/>
                  </a:moveTo>
                  <a:lnTo>
                    <a:pt x="133673" y="227087"/>
                  </a:lnTo>
                  <a:lnTo>
                    <a:pt x="133673" y="254552"/>
                  </a:lnTo>
                  <a:lnTo>
                    <a:pt x="163825" y="254552"/>
                  </a:lnTo>
                  <a:lnTo>
                    <a:pt x="163825" y="227087"/>
                  </a:lnTo>
                  <a:close/>
                </a:path>
                <a:path w="163829" h="259080">
                  <a:moveTo>
                    <a:pt x="128924" y="92108"/>
                  </a:moveTo>
                  <a:lnTo>
                    <a:pt x="82080" y="92108"/>
                  </a:lnTo>
                  <a:lnTo>
                    <a:pt x="93460" y="93301"/>
                  </a:lnTo>
                  <a:lnTo>
                    <a:pt x="103521" y="96881"/>
                  </a:lnTo>
                  <a:lnTo>
                    <a:pt x="130197" y="133640"/>
                  </a:lnTo>
                  <a:lnTo>
                    <a:pt x="133673" y="163114"/>
                  </a:lnTo>
                  <a:lnTo>
                    <a:pt x="132799" y="178814"/>
                  </a:lnTo>
                  <a:lnTo>
                    <a:pt x="119937" y="215365"/>
                  </a:lnTo>
                  <a:lnTo>
                    <a:pt x="82080" y="234121"/>
                  </a:lnTo>
                  <a:lnTo>
                    <a:pt x="129039" y="234121"/>
                  </a:lnTo>
                  <a:lnTo>
                    <a:pt x="133673" y="227087"/>
                  </a:lnTo>
                  <a:lnTo>
                    <a:pt x="163825" y="227087"/>
                  </a:lnTo>
                  <a:lnTo>
                    <a:pt x="163825" y="99141"/>
                  </a:lnTo>
                  <a:lnTo>
                    <a:pt x="133673" y="99141"/>
                  </a:lnTo>
                  <a:lnTo>
                    <a:pt x="128924" y="92108"/>
                  </a:lnTo>
                  <a:close/>
                </a:path>
                <a:path w="163829" h="259080">
                  <a:moveTo>
                    <a:pt x="163825" y="0"/>
                  </a:moveTo>
                  <a:lnTo>
                    <a:pt x="133673" y="0"/>
                  </a:lnTo>
                  <a:lnTo>
                    <a:pt x="133673" y="99141"/>
                  </a:lnTo>
                  <a:lnTo>
                    <a:pt x="163825" y="99141"/>
                  </a:lnTo>
                  <a:lnTo>
                    <a:pt x="1638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9407449" y="1378527"/>
              <a:ext cx="30480" cy="254635"/>
            </a:xfrm>
            <a:custGeom>
              <a:avLst/>
              <a:gdLst/>
              <a:ahLst/>
              <a:cxnLst/>
              <a:rect l="l" t="t" r="r" b="b"/>
              <a:pathLst>
                <a:path w="30479" h="254635">
                  <a:moveTo>
                    <a:pt x="30149" y="71335"/>
                  </a:moveTo>
                  <a:lnTo>
                    <a:pt x="0" y="71335"/>
                  </a:lnTo>
                  <a:lnTo>
                    <a:pt x="0" y="254546"/>
                  </a:lnTo>
                  <a:lnTo>
                    <a:pt x="30149" y="254546"/>
                  </a:lnTo>
                  <a:lnTo>
                    <a:pt x="30149" y="71335"/>
                  </a:lnTo>
                  <a:close/>
                </a:path>
                <a:path w="30479" h="254635">
                  <a:moveTo>
                    <a:pt x="30149" y="0"/>
                  </a:moveTo>
                  <a:lnTo>
                    <a:pt x="0" y="0"/>
                  </a:lnTo>
                  <a:lnTo>
                    <a:pt x="0" y="38188"/>
                  </a:lnTo>
                  <a:lnTo>
                    <a:pt x="30149" y="38188"/>
                  </a:lnTo>
                  <a:lnTo>
                    <a:pt x="301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2" name="object 33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499589" y="1445508"/>
              <a:ext cx="153439" cy="187564"/>
            </a:xfrm>
            <a:prstGeom prst="rect">
              <a:avLst/>
            </a:prstGeom>
          </p:spPr>
        </p:pic>
        <p:sp>
          <p:nvSpPr>
            <p:cNvPr id="333" name="object 333"/>
            <p:cNvSpPr/>
            <p:nvPr/>
          </p:nvSpPr>
          <p:spPr>
            <a:xfrm>
              <a:off x="9699931" y="1445508"/>
              <a:ext cx="163830" cy="257175"/>
            </a:xfrm>
            <a:custGeom>
              <a:avLst/>
              <a:gdLst/>
              <a:ahLst/>
              <a:cxnLst/>
              <a:rect l="l" t="t" r="r" b="b"/>
              <a:pathLst>
                <a:path w="163829" h="257175">
                  <a:moveTo>
                    <a:pt x="22111" y="218044"/>
                  </a:moveTo>
                  <a:lnTo>
                    <a:pt x="22111" y="247184"/>
                  </a:lnTo>
                  <a:lnTo>
                    <a:pt x="28759" y="249513"/>
                  </a:lnTo>
                  <a:lnTo>
                    <a:pt x="71537" y="256719"/>
                  </a:lnTo>
                  <a:lnTo>
                    <a:pt x="79399" y="256896"/>
                  </a:lnTo>
                  <a:lnTo>
                    <a:pt x="99013" y="255484"/>
                  </a:lnTo>
                  <a:lnTo>
                    <a:pt x="99274" y="255484"/>
                  </a:lnTo>
                  <a:lnTo>
                    <a:pt x="116629" y="251161"/>
                  </a:lnTo>
                  <a:lnTo>
                    <a:pt x="131176" y="244038"/>
                  </a:lnTo>
                  <a:lnTo>
                    <a:pt x="143054" y="234121"/>
                  </a:lnTo>
                  <a:lnTo>
                    <a:pt x="144452" y="232111"/>
                  </a:lnTo>
                  <a:lnTo>
                    <a:pt x="74709" y="232111"/>
                  </a:lnTo>
                  <a:lnTo>
                    <a:pt x="67983" y="231865"/>
                  </a:lnTo>
                  <a:lnTo>
                    <a:pt x="28644" y="221315"/>
                  </a:lnTo>
                  <a:lnTo>
                    <a:pt x="22111" y="218044"/>
                  </a:lnTo>
                  <a:close/>
                </a:path>
                <a:path w="163829" h="257175">
                  <a:moveTo>
                    <a:pt x="163825" y="155410"/>
                  </a:moveTo>
                  <a:lnTo>
                    <a:pt x="133673" y="155410"/>
                  </a:lnTo>
                  <a:lnTo>
                    <a:pt x="133673" y="170148"/>
                  </a:lnTo>
                  <a:lnTo>
                    <a:pt x="133070" y="179526"/>
                  </a:lnTo>
                  <a:lnTo>
                    <a:pt x="132960" y="181243"/>
                  </a:lnTo>
                  <a:lnTo>
                    <a:pt x="132844" y="183043"/>
                  </a:lnTo>
                  <a:lnTo>
                    <a:pt x="132736" y="184723"/>
                  </a:lnTo>
                  <a:lnTo>
                    <a:pt x="110514" y="223350"/>
                  </a:lnTo>
                  <a:lnTo>
                    <a:pt x="88274" y="231148"/>
                  </a:lnTo>
                  <a:lnTo>
                    <a:pt x="87967" y="231148"/>
                  </a:lnTo>
                  <a:lnTo>
                    <a:pt x="74709" y="232111"/>
                  </a:lnTo>
                  <a:lnTo>
                    <a:pt x="144452" y="232111"/>
                  </a:lnTo>
                  <a:lnTo>
                    <a:pt x="152094" y="221121"/>
                  </a:lnTo>
                  <a:lnTo>
                    <a:pt x="158590" y="205232"/>
                  </a:lnTo>
                  <a:lnTo>
                    <a:pt x="162279" y="187564"/>
                  </a:lnTo>
                  <a:lnTo>
                    <a:pt x="162384" y="187062"/>
                  </a:lnTo>
                  <a:lnTo>
                    <a:pt x="162511" y="186455"/>
                  </a:lnTo>
                  <a:lnTo>
                    <a:pt x="163825" y="164789"/>
                  </a:lnTo>
                  <a:lnTo>
                    <a:pt x="163825" y="155410"/>
                  </a:lnTo>
                  <a:close/>
                </a:path>
                <a:path w="163829" h="257175">
                  <a:moveTo>
                    <a:pt x="75044" y="0"/>
                  </a:moveTo>
                  <a:lnTo>
                    <a:pt x="31559" y="14554"/>
                  </a:lnTo>
                  <a:lnTo>
                    <a:pt x="5067" y="55641"/>
                  </a:lnTo>
                  <a:lnTo>
                    <a:pt x="0" y="93782"/>
                  </a:lnTo>
                  <a:lnTo>
                    <a:pt x="1261" y="114067"/>
                  </a:lnTo>
                  <a:lnTo>
                    <a:pt x="20436" y="162110"/>
                  </a:lnTo>
                  <a:lnTo>
                    <a:pt x="58832" y="185989"/>
                  </a:lnTo>
                  <a:lnTo>
                    <a:pt x="75044" y="187564"/>
                  </a:lnTo>
                  <a:lnTo>
                    <a:pt x="84723" y="187062"/>
                  </a:lnTo>
                  <a:lnTo>
                    <a:pt x="122869" y="169478"/>
                  </a:lnTo>
                  <a:lnTo>
                    <a:pt x="128924" y="162445"/>
                  </a:lnTo>
                  <a:lnTo>
                    <a:pt x="82415" y="162445"/>
                  </a:lnTo>
                  <a:lnTo>
                    <a:pt x="70987" y="161314"/>
                  </a:lnTo>
                  <a:lnTo>
                    <a:pt x="38647" y="134430"/>
                  </a:lnTo>
                  <a:lnTo>
                    <a:pt x="31157" y="93782"/>
                  </a:lnTo>
                  <a:lnTo>
                    <a:pt x="31978" y="78532"/>
                  </a:lnTo>
                  <a:lnTo>
                    <a:pt x="52027" y="35294"/>
                  </a:lnTo>
                  <a:lnTo>
                    <a:pt x="82415" y="25120"/>
                  </a:lnTo>
                  <a:lnTo>
                    <a:pt x="128924" y="25120"/>
                  </a:lnTo>
                  <a:lnTo>
                    <a:pt x="128585" y="24617"/>
                  </a:lnTo>
                  <a:lnTo>
                    <a:pt x="93680" y="2009"/>
                  </a:lnTo>
                  <a:lnTo>
                    <a:pt x="84723" y="502"/>
                  </a:lnTo>
                  <a:lnTo>
                    <a:pt x="75044" y="0"/>
                  </a:lnTo>
                  <a:close/>
                </a:path>
                <a:path w="163829" h="257175">
                  <a:moveTo>
                    <a:pt x="128924" y="25120"/>
                  </a:moveTo>
                  <a:lnTo>
                    <a:pt x="82415" y="25120"/>
                  </a:lnTo>
                  <a:lnTo>
                    <a:pt x="93842" y="26251"/>
                  </a:lnTo>
                  <a:lnTo>
                    <a:pt x="103982" y="29642"/>
                  </a:lnTo>
                  <a:lnTo>
                    <a:pt x="130239" y="64978"/>
                  </a:lnTo>
                  <a:lnTo>
                    <a:pt x="133673" y="93782"/>
                  </a:lnTo>
                  <a:lnTo>
                    <a:pt x="132804" y="109174"/>
                  </a:lnTo>
                  <a:lnTo>
                    <a:pt x="112802" y="152271"/>
                  </a:lnTo>
                  <a:lnTo>
                    <a:pt x="82415" y="162445"/>
                  </a:lnTo>
                  <a:lnTo>
                    <a:pt x="128924" y="162445"/>
                  </a:lnTo>
                  <a:lnTo>
                    <a:pt x="133673" y="155410"/>
                  </a:lnTo>
                  <a:lnTo>
                    <a:pt x="163825" y="155410"/>
                  </a:lnTo>
                  <a:lnTo>
                    <a:pt x="163825" y="32153"/>
                  </a:lnTo>
                  <a:lnTo>
                    <a:pt x="133673" y="32153"/>
                  </a:lnTo>
                  <a:lnTo>
                    <a:pt x="128924" y="25120"/>
                  </a:lnTo>
                  <a:close/>
                </a:path>
                <a:path w="163829" h="257175">
                  <a:moveTo>
                    <a:pt x="163825" y="4354"/>
                  </a:moveTo>
                  <a:lnTo>
                    <a:pt x="133673" y="4354"/>
                  </a:lnTo>
                  <a:lnTo>
                    <a:pt x="133673" y="32153"/>
                  </a:lnTo>
                  <a:lnTo>
                    <a:pt x="163825" y="32153"/>
                  </a:lnTo>
                  <a:lnTo>
                    <a:pt x="163825" y="43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4" name="object 334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4307347" y="10719027"/>
              <a:ext cx="223344" cy="223294"/>
            </a:xfrm>
            <a:prstGeom prst="rect">
              <a:avLst/>
            </a:prstGeom>
          </p:spPr>
        </p:pic>
        <p:grpSp>
          <p:nvGrpSpPr>
            <p:cNvPr id="335" name="object 335"/>
            <p:cNvGrpSpPr/>
            <p:nvPr/>
          </p:nvGrpSpPr>
          <p:grpSpPr>
            <a:xfrm>
              <a:off x="4842931" y="10739125"/>
              <a:ext cx="1497330" cy="172720"/>
              <a:chOff x="4842931" y="10739125"/>
              <a:chExt cx="1497330" cy="172720"/>
            </a:xfrm>
          </p:grpSpPr>
          <p:pic>
            <p:nvPicPr>
              <p:cNvPr id="336" name="object 336"/>
              <p:cNvPicPr/>
              <p:nvPr/>
            </p:nvPicPr>
            <p:blipFill>
              <a:blip r:embed="rId68" cstate="print"/>
              <a:stretch>
                <a:fillRect/>
              </a:stretch>
            </p:blipFill>
            <p:spPr>
              <a:xfrm>
                <a:off x="4842931" y="10746047"/>
                <a:ext cx="123288" cy="162779"/>
              </a:xfrm>
              <a:prstGeom prst="rect">
                <a:avLst/>
              </a:prstGeom>
            </p:spPr>
          </p:pic>
          <p:pic>
            <p:nvPicPr>
              <p:cNvPr id="337" name="object 337"/>
              <p:cNvPicPr/>
              <p:nvPr/>
            </p:nvPicPr>
            <p:blipFill>
              <a:blip r:embed="rId69" cstate="print"/>
              <a:stretch>
                <a:fillRect/>
              </a:stretch>
            </p:blipFill>
            <p:spPr>
              <a:xfrm>
                <a:off x="5000391" y="10783783"/>
                <a:ext cx="112121" cy="127946"/>
              </a:xfrm>
              <a:prstGeom prst="rect">
                <a:avLst/>
              </a:prstGeom>
            </p:spPr>
          </p:pic>
          <p:pic>
            <p:nvPicPr>
              <p:cNvPr id="338" name="object 338"/>
              <p:cNvPicPr/>
              <p:nvPr/>
            </p:nvPicPr>
            <p:blipFill>
              <a:blip r:embed="rId70" cstate="print"/>
              <a:stretch>
                <a:fillRect/>
              </a:stretch>
            </p:blipFill>
            <p:spPr>
              <a:xfrm>
                <a:off x="5143780" y="10786686"/>
                <a:ext cx="102293" cy="125043"/>
              </a:xfrm>
              <a:prstGeom prst="rect">
                <a:avLst/>
              </a:prstGeom>
            </p:spPr>
          </p:pic>
          <p:pic>
            <p:nvPicPr>
              <p:cNvPr id="339" name="object 339"/>
              <p:cNvPicPr/>
              <p:nvPr/>
            </p:nvPicPr>
            <p:blipFill>
              <a:blip r:embed="rId71" cstate="print"/>
              <a:stretch>
                <a:fillRect/>
              </a:stretch>
            </p:blipFill>
            <p:spPr>
              <a:xfrm>
                <a:off x="5286722" y="10783783"/>
                <a:ext cx="102293" cy="125043"/>
              </a:xfrm>
              <a:prstGeom prst="rect">
                <a:avLst/>
              </a:prstGeom>
            </p:spPr>
          </p:pic>
          <p:sp>
            <p:nvSpPr>
              <p:cNvPr id="340" name="object 340"/>
              <p:cNvSpPr/>
              <p:nvPr/>
            </p:nvSpPr>
            <p:spPr>
              <a:xfrm>
                <a:off x="5418945" y="10838713"/>
                <a:ext cx="59055" cy="18415"/>
              </a:xfrm>
              <a:custGeom>
                <a:avLst/>
                <a:gdLst/>
                <a:ahLst/>
                <a:cxnLst/>
                <a:rect l="l" t="t" r="r" b="b"/>
                <a:pathLst>
                  <a:path w="59054" h="18415">
                    <a:moveTo>
                      <a:pt x="58740" y="0"/>
                    </a:moveTo>
                    <a:lnTo>
                      <a:pt x="0" y="0"/>
                    </a:lnTo>
                    <a:lnTo>
                      <a:pt x="0" y="17863"/>
                    </a:lnTo>
                    <a:lnTo>
                      <a:pt x="58740" y="17863"/>
                    </a:lnTo>
                    <a:lnTo>
                      <a:pt x="5874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41" name="object 341"/>
              <p:cNvPicPr/>
              <p:nvPr/>
            </p:nvPicPr>
            <p:blipFill>
              <a:blip r:embed="rId72" cstate="print"/>
              <a:stretch>
                <a:fillRect/>
              </a:stretch>
            </p:blipFill>
            <p:spPr>
              <a:xfrm>
                <a:off x="5508953" y="10783783"/>
                <a:ext cx="178231" cy="125043"/>
              </a:xfrm>
              <a:prstGeom prst="rect">
                <a:avLst/>
              </a:prstGeom>
            </p:spPr>
          </p:pic>
          <p:pic>
            <p:nvPicPr>
              <p:cNvPr id="342" name="object 342"/>
              <p:cNvPicPr/>
              <p:nvPr/>
            </p:nvPicPr>
            <p:blipFill>
              <a:blip r:embed="rId73" cstate="print"/>
              <a:stretch>
                <a:fillRect/>
              </a:stretch>
            </p:blipFill>
            <p:spPr>
              <a:xfrm>
                <a:off x="5719570" y="10783783"/>
                <a:ext cx="103186" cy="127946"/>
              </a:xfrm>
              <a:prstGeom prst="rect">
                <a:avLst/>
              </a:prstGeom>
            </p:spPr>
          </p:pic>
          <p:pic>
            <p:nvPicPr>
              <p:cNvPr id="343" name="object 343"/>
              <p:cNvPicPr/>
              <p:nvPr/>
            </p:nvPicPr>
            <p:blipFill>
              <a:blip r:embed="rId74" cstate="print"/>
              <a:stretch>
                <a:fillRect/>
              </a:stretch>
            </p:blipFill>
            <p:spPr>
              <a:xfrm>
                <a:off x="5855142" y="10783783"/>
                <a:ext cx="93359" cy="127946"/>
              </a:xfrm>
              <a:prstGeom prst="rect">
                <a:avLst/>
              </a:prstGeom>
            </p:spPr>
          </p:pic>
          <p:pic>
            <p:nvPicPr>
              <p:cNvPr id="344" name="object 344"/>
              <p:cNvPicPr/>
              <p:nvPr/>
            </p:nvPicPr>
            <p:blipFill>
              <a:blip r:embed="rId75" cstate="print"/>
              <a:stretch>
                <a:fillRect/>
              </a:stretch>
            </p:blipFill>
            <p:spPr>
              <a:xfrm>
                <a:off x="5979769" y="10739125"/>
                <a:ext cx="226663" cy="172604"/>
              </a:xfrm>
              <a:prstGeom prst="rect">
                <a:avLst/>
              </a:prstGeom>
            </p:spPr>
          </p:pic>
          <p:pic>
            <p:nvPicPr>
              <p:cNvPr id="345" name="object 345"/>
              <p:cNvPicPr/>
              <p:nvPr/>
            </p:nvPicPr>
            <p:blipFill>
              <a:blip r:embed="rId76" cstate="print"/>
              <a:stretch>
                <a:fillRect/>
              </a:stretch>
            </p:blipFill>
            <p:spPr>
              <a:xfrm>
                <a:off x="6230554" y="10739125"/>
                <a:ext cx="109216" cy="172604"/>
              </a:xfrm>
              <a:prstGeom prst="rect">
                <a:avLst/>
              </a:prstGeom>
            </p:spPr>
          </p:pic>
        </p:grpSp>
        <p:pic>
          <p:nvPicPr>
            <p:cNvPr id="346" name="object 346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6920164" y="10719027"/>
              <a:ext cx="223344" cy="223294"/>
            </a:xfrm>
            <a:prstGeom prst="rect">
              <a:avLst/>
            </a:prstGeom>
          </p:spPr>
        </p:pic>
        <p:grpSp>
          <p:nvGrpSpPr>
            <p:cNvPr id="347" name="object 347"/>
            <p:cNvGrpSpPr/>
            <p:nvPr/>
          </p:nvGrpSpPr>
          <p:grpSpPr>
            <a:xfrm>
              <a:off x="7435646" y="10739125"/>
              <a:ext cx="1437005" cy="172720"/>
              <a:chOff x="7435646" y="10739125"/>
              <a:chExt cx="1437005" cy="172720"/>
            </a:xfrm>
          </p:grpSpPr>
          <p:pic>
            <p:nvPicPr>
              <p:cNvPr id="348" name="object 348"/>
              <p:cNvPicPr/>
              <p:nvPr/>
            </p:nvPicPr>
            <p:blipFill>
              <a:blip r:embed="rId78" cstate="print"/>
              <a:stretch>
                <a:fillRect/>
              </a:stretch>
            </p:blipFill>
            <p:spPr>
              <a:xfrm>
                <a:off x="7435646" y="10746047"/>
                <a:ext cx="259491" cy="165682"/>
              </a:xfrm>
              <a:prstGeom prst="rect">
                <a:avLst/>
              </a:prstGeom>
            </p:spPr>
          </p:pic>
          <p:pic>
            <p:nvPicPr>
              <p:cNvPr id="349" name="object 349"/>
              <p:cNvPicPr/>
              <p:nvPr/>
            </p:nvPicPr>
            <p:blipFill>
              <a:blip r:embed="rId79" cstate="print"/>
              <a:stretch>
                <a:fillRect/>
              </a:stretch>
            </p:blipFill>
            <p:spPr>
              <a:xfrm>
                <a:off x="7819095" y="10739125"/>
                <a:ext cx="109216" cy="172604"/>
              </a:xfrm>
              <a:prstGeom prst="rect">
                <a:avLst/>
              </a:prstGeom>
            </p:spPr>
          </p:pic>
          <p:pic>
            <p:nvPicPr>
              <p:cNvPr id="350" name="object 350"/>
              <p:cNvPicPr/>
              <p:nvPr/>
            </p:nvPicPr>
            <p:blipFill>
              <a:blip r:embed="rId26" cstate="print"/>
              <a:stretch>
                <a:fillRect/>
              </a:stretch>
            </p:blipFill>
            <p:spPr>
              <a:xfrm>
                <a:off x="7727299" y="10783783"/>
                <a:ext cx="71471" cy="125043"/>
              </a:xfrm>
              <a:prstGeom prst="rect">
                <a:avLst/>
              </a:prstGeom>
            </p:spPr>
          </p:pic>
          <p:sp>
            <p:nvSpPr>
              <p:cNvPr id="351" name="object 351"/>
              <p:cNvSpPr/>
              <p:nvPr/>
            </p:nvSpPr>
            <p:spPr>
              <a:xfrm>
                <a:off x="7951541" y="10838713"/>
                <a:ext cx="59055" cy="18415"/>
              </a:xfrm>
              <a:custGeom>
                <a:avLst/>
                <a:gdLst/>
                <a:ahLst/>
                <a:cxnLst/>
                <a:rect l="l" t="t" r="r" b="b"/>
                <a:pathLst>
                  <a:path w="59054" h="18415">
                    <a:moveTo>
                      <a:pt x="58740" y="0"/>
                    </a:moveTo>
                    <a:lnTo>
                      <a:pt x="0" y="0"/>
                    </a:lnTo>
                    <a:lnTo>
                      <a:pt x="0" y="17863"/>
                    </a:lnTo>
                    <a:lnTo>
                      <a:pt x="58740" y="17863"/>
                    </a:lnTo>
                    <a:lnTo>
                      <a:pt x="5874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52" name="object 352"/>
              <p:cNvPicPr/>
              <p:nvPr/>
            </p:nvPicPr>
            <p:blipFill>
              <a:blip r:embed="rId72" cstate="print"/>
              <a:stretch>
                <a:fillRect/>
              </a:stretch>
            </p:blipFill>
            <p:spPr>
              <a:xfrm>
                <a:off x="8041549" y="10783783"/>
                <a:ext cx="178231" cy="125043"/>
              </a:xfrm>
              <a:prstGeom prst="rect">
                <a:avLst/>
              </a:prstGeom>
            </p:spPr>
          </p:pic>
          <p:pic>
            <p:nvPicPr>
              <p:cNvPr id="353" name="object 353"/>
              <p:cNvPicPr/>
              <p:nvPr/>
            </p:nvPicPr>
            <p:blipFill>
              <a:blip r:embed="rId80" cstate="print"/>
              <a:stretch>
                <a:fillRect/>
              </a:stretch>
            </p:blipFill>
            <p:spPr>
              <a:xfrm>
                <a:off x="8252166" y="10783783"/>
                <a:ext cx="103186" cy="127946"/>
              </a:xfrm>
              <a:prstGeom prst="rect">
                <a:avLst/>
              </a:prstGeom>
            </p:spPr>
          </p:pic>
          <p:pic>
            <p:nvPicPr>
              <p:cNvPr id="354" name="object 354"/>
              <p:cNvPicPr/>
              <p:nvPr/>
            </p:nvPicPr>
            <p:blipFill>
              <a:blip r:embed="rId74" cstate="print"/>
              <a:stretch>
                <a:fillRect/>
              </a:stretch>
            </p:blipFill>
            <p:spPr>
              <a:xfrm>
                <a:off x="8387738" y="10783783"/>
                <a:ext cx="93359" cy="127946"/>
              </a:xfrm>
              <a:prstGeom prst="rect">
                <a:avLst/>
              </a:prstGeom>
            </p:spPr>
          </p:pic>
          <p:pic>
            <p:nvPicPr>
              <p:cNvPr id="355" name="object 355"/>
              <p:cNvPicPr/>
              <p:nvPr/>
            </p:nvPicPr>
            <p:blipFill>
              <a:blip r:embed="rId81" cstate="print"/>
              <a:stretch>
                <a:fillRect/>
              </a:stretch>
            </p:blipFill>
            <p:spPr>
              <a:xfrm>
                <a:off x="8512365" y="10739125"/>
                <a:ext cx="226663" cy="172604"/>
              </a:xfrm>
              <a:prstGeom prst="rect">
                <a:avLst/>
              </a:prstGeom>
            </p:spPr>
          </p:pic>
          <p:pic>
            <p:nvPicPr>
              <p:cNvPr id="356" name="object 356"/>
              <p:cNvPicPr/>
              <p:nvPr/>
            </p:nvPicPr>
            <p:blipFill>
              <a:blip r:embed="rId82" cstate="print"/>
              <a:stretch>
                <a:fillRect/>
              </a:stretch>
            </p:blipFill>
            <p:spPr>
              <a:xfrm>
                <a:off x="8763150" y="10739125"/>
                <a:ext cx="109216" cy="172604"/>
              </a:xfrm>
              <a:prstGeom prst="rect">
                <a:avLst/>
              </a:prstGeom>
            </p:spPr>
          </p:pic>
        </p:grpSp>
      </p:grpSp>
      <p:sp>
        <p:nvSpPr>
          <p:cNvPr id="357" name="object 357"/>
          <p:cNvSpPr txBox="1"/>
          <p:nvPr/>
        </p:nvSpPr>
        <p:spPr>
          <a:xfrm>
            <a:off x="12033250" y="2094230"/>
            <a:ext cx="5259705" cy="676084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3950" b="1" dirty="0">
                <a:latin typeface="Arial"/>
                <a:cs typeface="Arial"/>
              </a:rPr>
              <a:t>Language</a:t>
            </a:r>
            <a:r>
              <a:rPr sz="3950" b="1" spc="10" dirty="0">
                <a:latin typeface="Arial"/>
                <a:cs typeface="Arial"/>
              </a:rPr>
              <a:t> </a:t>
            </a:r>
            <a:r>
              <a:rPr sz="3950" b="1" spc="-20" dirty="0">
                <a:latin typeface="Arial"/>
                <a:cs typeface="Arial"/>
              </a:rPr>
              <a:t>ROIs</a:t>
            </a:r>
            <a:endParaRPr sz="3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3950" dirty="0">
                <a:latin typeface="Arial"/>
                <a:cs typeface="Arial"/>
              </a:rPr>
              <a:t>Fedorenko</a:t>
            </a:r>
            <a:r>
              <a:rPr sz="3950" spc="-1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et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al.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spc="-10" dirty="0">
                <a:latin typeface="Arial"/>
                <a:cs typeface="Arial"/>
              </a:rPr>
              <a:t>(2010)</a:t>
            </a:r>
            <a:endParaRPr sz="3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69"/>
              </a:spcBef>
            </a:pPr>
            <a:r>
              <a:rPr sz="3950" b="1" dirty="0">
                <a:latin typeface="Arial"/>
                <a:cs typeface="Arial"/>
              </a:rPr>
              <a:t>Mean</a:t>
            </a:r>
            <a:r>
              <a:rPr sz="3950" b="1" spc="5" dirty="0">
                <a:latin typeface="Arial"/>
                <a:cs typeface="Arial"/>
              </a:rPr>
              <a:t> </a:t>
            </a:r>
            <a:r>
              <a:rPr sz="3950" b="1" spc="-20" dirty="0">
                <a:latin typeface="Arial"/>
                <a:cs typeface="Arial"/>
              </a:rPr>
              <a:t>Drop</a:t>
            </a:r>
            <a:endParaRPr sz="3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3950" dirty="0">
                <a:latin typeface="Arial"/>
                <a:cs typeface="Arial"/>
              </a:rPr>
              <a:t>0.03</a:t>
            </a:r>
            <a:r>
              <a:rPr sz="3950" spc="1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–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spc="-20" dirty="0">
                <a:latin typeface="Arial"/>
                <a:cs typeface="Arial"/>
              </a:rPr>
              <a:t>0.06</a:t>
            </a:r>
            <a:endParaRPr sz="3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3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950" b="1" dirty="0">
                <a:latin typeface="Arial"/>
                <a:cs typeface="Arial"/>
              </a:rPr>
              <a:t>Verb</a:t>
            </a:r>
            <a:r>
              <a:rPr sz="3950" b="1" spc="-15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&gt;</a:t>
            </a:r>
            <a:r>
              <a:rPr sz="3950" b="1" spc="-15" dirty="0">
                <a:latin typeface="Arial"/>
                <a:cs typeface="Arial"/>
              </a:rPr>
              <a:t> </a:t>
            </a:r>
            <a:r>
              <a:rPr sz="3950" b="1" spc="-20" dirty="0">
                <a:latin typeface="Arial"/>
                <a:cs typeface="Arial"/>
              </a:rPr>
              <a:t>Noun</a:t>
            </a:r>
            <a:endParaRPr sz="3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3950" dirty="0">
                <a:latin typeface="Arial"/>
                <a:cs typeface="Arial"/>
              </a:rPr>
              <a:t>MFG, PTL,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AG,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spc="-25" dirty="0">
                <a:latin typeface="Arial"/>
                <a:cs typeface="Arial"/>
              </a:rPr>
              <a:t>ATL</a:t>
            </a:r>
            <a:endParaRPr sz="3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3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950" b="1" dirty="0">
                <a:latin typeface="Arial"/>
                <a:cs typeface="Arial"/>
              </a:rPr>
              <a:t>Reading</a:t>
            </a:r>
            <a:r>
              <a:rPr sz="3950" b="1" spc="-10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vs</a:t>
            </a:r>
            <a:r>
              <a:rPr sz="3950" b="1" spc="5" dirty="0">
                <a:latin typeface="Arial"/>
                <a:cs typeface="Arial"/>
              </a:rPr>
              <a:t> </a:t>
            </a:r>
            <a:r>
              <a:rPr sz="3950" b="1" spc="-10" dirty="0">
                <a:latin typeface="Arial"/>
                <a:cs typeface="Arial"/>
              </a:rPr>
              <a:t>Listening</a:t>
            </a:r>
            <a:endParaRPr sz="3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3950" dirty="0">
                <a:latin typeface="Arial"/>
                <a:cs typeface="Arial"/>
              </a:rPr>
              <a:t>Similar</a:t>
            </a:r>
            <a:r>
              <a:rPr sz="3950" spc="-1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across </a:t>
            </a:r>
            <a:r>
              <a:rPr sz="3950" spc="-20" dirty="0">
                <a:latin typeface="Arial"/>
                <a:cs typeface="Arial"/>
              </a:rPr>
              <a:t>ROIs</a:t>
            </a:r>
            <a:endParaRPr sz="3950">
              <a:latin typeface="Arial"/>
              <a:cs typeface="Arial"/>
            </a:endParaRPr>
          </a:p>
        </p:txBody>
      </p:sp>
      <p:sp>
        <p:nvSpPr>
          <p:cNvPr id="358" name="object 3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dirty="0"/>
              <a:t>COMPARISON</a:t>
            </a:r>
            <a:r>
              <a:rPr spc="-5" dirty="0"/>
              <a:t> </a:t>
            </a:r>
            <a:r>
              <a:rPr dirty="0"/>
              <a:t>WITH</a:t>
            </a:r>
            <a:r>
              <a:rPr spc="-5" dirty="0"/>
              <a:t> </a:t>
            </a:r>
            <a:r>
              <a:rPr spc="-10" dirty="0"/>
              <a:t>LITERATURE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08632" y="2010644"/>
            <a:ext cx="11637457" cy="720414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36084-C40E-D1AF-63C1-FE1A92858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A4DB308-E48B-2884-DF7F-D7B8CB980A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1586" y="364251"/>
            <a:ext cx="13633684" cy="6976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lang="de-DE" spc="-10" dirty="0" err="1"/>
              <a:t>Conclusions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66084F1-2EF2-9FEF-C197-5662E5ACE2A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6DA56351-D5C1-627C-5A83-45C72D9F8E70}"/>
              </a:ext>
            </a:extLst>
          </p:cNvPr>
          <p:cNvSpPr txBox="1"/>
          <p:nvPr/>
        </p:nvSpPr>
        <p:spPr>
          <a:xfrm>
            <a:off x="703339" y="2354558"/>
            <a:ext cx="12364720" cy="630736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950" dirty="0">
                <a:latin typeface="Arial"/>
                <a:cs typeface="Arial"/>
              </a:rPr>
              <a:t>Noun and verb sensitivity forms </a:t>
            </a:r>
            <a:r>
              <a:rPr lang="en-US" sz="3950" b="1" dirty="0">
                <a:latin typeface="Arial"/>
                <a:cs typeface="Arial"/>
              </a:rPr>
              <a:t>distinct</a:t>
            </a:r>
            <a:r>
              <a:rPr lang="en-US" sz="3950" dirty="0">
                <a:latin typeface="Arial"/>
                <a:cs typeface="Arial"/>
              </a:rPr>
              <a:t> but </a:t>
            </a:r>
            <a:r>
              <a:rPr lang="en-US" sz="3950" b="1" dirty="0">
                <a:latin typeface="Arial"/>
                <a:cs typeface="Arial"/>
              </a:rPr>
              <a:t>distributed</a:t>
            </a:r>
            <a:r>
              <a:rPr lang="en-US" sz="3950" dirty="0">
                <a:latin typeface="Arial"/>
                <a:cs typeface="Arial"/>
              </a:rPr>
              <a:t> </a:t>
            </a:r>
            <a:r>
              <a:rPr lang="en-US" sz="3950" b="1" dirty="0">
                <a:latin typeface="Arial"/>
                <a:cs typeface="Arial"/>
              </a:rPr>
              <a:t>clusters</a:t>
            </a:r>
            <a:r>
              <a:rPr lang="en-US" sz="3950" dirty="0">
                <a:latin typeface="Arial"/>
                <a:cs typeface="Arial"/>
              </a:rPr>
              <a:t> across frontal, parietal and temporal cortex</a:t>
            </a:r>
            <a:endParaRPr sz="3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3950" dirty="0">
              <a:latin typeface="Arial"/>
              <a:cs typeface="Arial"/>
            </a:endParaRPr>
          </a:p>
          <a:p>
            <a:pPr marL="12700" marR="932815">
              <a:lnSpc>
                <a:spcPct val="104400"/>
              </a:lnSpc>
            </a:pPr>
            <a:r>
              <a:rPr lang="en-US" sz="3950" dirty="0">
                <a:latin typeface="Arial"/>
                <a:cs typeface="Arial"/>
              </a:rPr>
              <a:t>Noun and verb processing is </a:t>
            </a:r>
            <a:r>
              <a:rPr lang="en-US" sz="3950" b="1" dirty="0">
                <a:latin typeface="Arial"/>
                <a:cs typeface="Arial"/>
              </a:rPr>
              <a:t>consistent across stimulus modality</a:t>
            </a:r>
            <a:endParaRPr sz="3950" b="1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3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3950" spc="-10" dirty="0">
                <a:latin typeface="Arial"/>
                <a:cs typeface="Arial"/>
              </a:rPr>
              <a:t>Verb sensitivity dominates across most language ROIs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z="3950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3950" spc="-10" dirty="0">
                <a:latin typeface="Arial"/>
                <a:cs typeface="Arial"/>
              </a:rPr>
              <a:t>Results support a </a:t>
            </a:r>
            <a:r>
              <a:rPr lang="en-US" sz="3950" b="1" spc="-10" dirty="0">
                <a:latin typeface="Arial"/>
                <a:cs typeface="Arial"/>
              </a:rPr>
              <a:t>distributed account</a:t>
            </a:r>
            <a:endParaRPr sz="3950" b="1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013BF05-229B-50C6-52E8-BA27D31CFE3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501108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35E1D-439A-5BEC-3E05-79C5083D5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3AA3A05-E002-74D6-F433-5D05162AE7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LIMITATIONS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8903BAA-DB71-DF5B-C2DA-707671D603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BDE0E31A-B978-5997-5DE5-437AE4972923}"/>
              </a:ext>
            </a:extLst>
          </p:cNvPr>
          <p:cNvSpPr txBox="1"/>
          <p:nvPr/>
        </p:nvSpPr>
        <p:spPr>
          <a:xfrm>
            <a:off x="703339" y="2354558"/>
            <a:ext cx="12364720" cy="3800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dirty="0">
                <a:latin typeface="Arial"/>
                <a:cs typeface="Arial"/>
              </a:rPr>
              <a:t>Only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the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i="1" dirty="0">
                <a:latin typeface="Arial"/>
                <a:cs typeface="Arial"/>
              </a:rPr>
              <a:t>absence</a:t>
            </a:r>
            <a:r>
              <a:rPr sz="3950" i="1" spc="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of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nouns /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verbs is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being </a:t>
            </a:r>
            <a:r>
              <a:rPr sz="3950" spc="-10" dirty="0">
                <a:latin typeface="Arial"/>
                <a:cs typeface="Arial"/>
              </a:rPr>
              <a:t>investigated</a:t>
            </a:r>
            <a:endParaRPr sz="3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3950">
              <a:latin typeface="Arial"/>
              <a:cs typeface="Arial"/>
            </a:endParaRPr>
          </a:p>
          <a:p>
            <a:pPr marL="12700" marR="932815">
              <a:lnSpc>
                <a:spcPct val="104400"/>
              </a:lnSpc>
            </a:pPr>
            <a:r>
              <a:rPr sz="3950" dirty="0">
                <a:latin typeface="Arial"/>
                <a:cs typeface="Arial"/>
              </a:rPr>
              <a:t>ROIs</a:t>
            </a:r>
            <a:r>
              <a:rPr sz="3950" spc="-2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used</a:t>
            </a:r>
            <a:r>
              <a:rPr sz="3950" spc="-1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in</a:t>
            </a:r>
            <a:r>
              <a:rPr sz="3950" spc="-1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quantification</a:t>
            </a:r>
            <a:r>
              <a:rPr sz="3950" spc="-1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don’t</a:t>
            </a:r>
            <a:r>
              <a:rPr sz="3950" spc="-1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cover</a:t>
            </a:r>
            <a:r>
              <a:rPr sz="3950" spc="-1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all</a:t>
            </a:r>
            <a:r>
              <a:rPr sz="3950" spc="-1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clusters</a:t>
            </a:r>
            <a:r>
              <a:rPr sz="3950" spc="-10" dirty="0">
                <a:latin typeface="Arial"/>
                <a:cs typeface="Arial"/>
              </a:rPr>
              <a:t> </a:t>
            </a:r>
            <a:r>
              <a:rPr sz="3950" spc="-50" dirty="0">
                <a:latin typeface="Arial"/>
                <a:cs typeface="Arial"/>
              </a:rPr>
              <a:t>/ </a:t>
            </a:r>
            <a:r>
              <a:rPr sz="3950" dirty="0">
                <a:latin typeface="Arial"/>
                <a:cs typeface="Arial"/>
              </a:rPr>
              <a:t>Clusters</a:t>
            </a:r>
            <a:r>
              <a:rPr sz="3950" spc="-1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split</a:t>
            </a:r>
            <a:r>
              <a:rPr sz="3950" spc="-1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across</a:t>
            </a:r>
            <a:r>
              <a:rPr sz="3950" spc="-1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multiple</a:t>
            </a:r>
            <a:r>
              <a:rPr sz="3950" spc="-10" dirty="0">
                <a:latin typeface="Arial"/>
                <a:cs typeface="Arial"/>
              </a:rPr>
              <a:t> </a:t>
            </a:r>
            <a:r>
              <a:rPr sz="3950" spc="-20" dirty="0">
                <a:latin typeface="Arial"/>
                <a:cs typeface="Arial"/>
              </a:rPr>
              <a:t>ROIs</a:t>
            </a:r>
            <a:endParaRPr sz="3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3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950" spc="-10" dirty="0">
                <a:latin typeface="Arial"/>
                <a:cs typeface="Arial"/>
              </a:rPr>
              <a:t>Cross-</a:t>
            </a:r>
            <a:r>
              <a:rPr sz="3950" dirty="0">
                <a:latin typeface="Arial"/>
                <a:cs typeface="Arial"/>
              </a:rPr>
              <a:t>Modality</a:t>
            </a:r>
            <a:r>
              <a:rPr sz="3950" spc="5" dirty="0">
                <a:latin typeface="Arial"/>
                <a:cs typeface="Arial"/>
              </a:rPr>
              <a:t> </a:t>
            </a:r>
            <a:r>
              <a:rPr sz="3950" i="1" dirty="0">
                <a:latin typeface="Arial"/>
                <a:cs typeface="Arial"/>
              </a:rPr>
              <a:t>not</a:t>
            </a:r>
            <a:r>
              <a:rPr sz="3950" i="1" spc="15" dirty="0">
                <a:latin typeface="Arial"/>
                <a:cs typeface="Arial"/>
              </a:rPr>
              <a:t> </a:t>
            </a:r>
            <a:r>
              <a:rPr sz="3950" i="1" spc="-10" dirty="0">
                <a:latin typeface="Arial"/>
                <a:cs typeface="Arial"/>
              </a:rPr>
              <a:t>confirmed</a:t>
            </a:r>
            <a:endParaRPr sz="395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CAE8B64-E653-9327-FF96-5EE52A28B52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4964206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 </a:t>
            </a:r>
            <a:r>
              <a:rPr spc="-10" dirty="0"/>
              <a:t>RESEARCH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2280" y="418835"/>
            <a:ext cx="1780364" cy="9955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3339" y="2319375"/>
            <a:ext cx="10265410" cy="700913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3950" b="1" dirty="0">
                <a:latin typeface="Arial"/>
                <a:cs typeface="Arial"/>
              </a:rPr>
              <a:t>Investigating</a:t>
            </a:r>
            <a:r>
              <a:rPr sz="3950" b="1" spc="15" dirty="0">
                <a:latin typeface="Arial"/>
                <a:cs typeface="Arial"/>
              </a:rPr>
              <a:t> </a:t>
            </a:r>
            <a:r>
              <a:rPr sz="3950" b="1" i="1" dirty="0">
                <a:latin typeface="Arial"/>
                <a:cs typeface="Arial"/>
              </a:rPr>
              <a:t>presence</a:t>
            </a:r>
            <a:r>
              <a:rPr sz="3950" b="1" i="1" spc="15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of</a:t>
            </a:r>
            <a:r>
              <a:rPr sz="3950" b="1" spc="10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nouns</a:t>
            </a:r>
            <a:r>
              <a:rPr sz="3950" b="1" spc="10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and</a:t>
            </a:r>
            <a:r>
              <a:rPr sz="3950" b="1" spc="15" dirty="0">
                <a:latin typeface="Arial"/>
                <a:cs typeface="Arial"/>
              </a:rPr>
              <a:t> </a:t>
            </a:r>
            <a:r>
              <a:rPr sz="3950" b="1" spc="-10" dirty="0">
                <a:latin typeface="Arial"/>
                <a:cs typeface="Arial"/>
              </a:rPr>
              <a:t>verbs</a:t>
            </a:r>
            <a:endParaRPr sz="3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3950" dirty="0">
                <a:latin typeface="Arial"/>
                <a:cs typeface="Arial"/>
              </a:rPr>
              <a:t>Using</a:t>
            </a:r>
            <a:r>
              <a:rPr sz="3950" spc="-1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one-hot</a:t>
            </a:r>
            <a:r>
              <a:rPr sz="3950" spc="-10" dirty="0">
                <a:latin typeface="Arial"/>
                <a:cs typeface="Arial"/>
              </a:rPr>
              <a:t> encodings</a:t>
            </a:r>
            <a:endParaRPr sz="3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3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950" b="1" dirty="0">
                <a:latin typeface="Arial"/>
                <a:cs typeface="Arial"/>
              </a:rPr>
              <a:t>Using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a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different</a:t>
            </a:r>
            <a:r>
              <a:rPr sz="3950" b="1" spc="5" dirty="0">
                <a:latin typeface="Arial"/>
                <a:cs typeface="Arial"/>
              </a:rPr>
              <a:t> </a:t>
            </a:r>
            <a:r>
              <a:rPr sz="3950" b="1" spc="-10" dirty="0">
                <a:latin typeface="Arial"/>
                <a:cs typeface="Arial"/>
              </a:rPr>
              <a:t>dataset</a:t>
            </a:r>
            <a:endParaRPr sz="3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3950" dirty="0">
                <a:latin typeface="Arial"/>
                <a:cs typeface="Arial"/>
              </a:rPr>
              <a:t>Other</a:t>
            </a:r>
            <a:r>
              <a:rPr sz="3950" spc="1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than</a:t>
            </a:r>
            <a:r>
              <a:rPr sz="3950" spc="20" dirty="0">
                <a:latin typeface="Arial"/>
                <a:cs typeface="Arial"/>
              </a:rPr>
              <a:t> </a:t>
            </a:r>
            <a:r>
              <a:rPr sz="3950" spc="-20" dirty="0">
                <a:latin typeface="Arial"/>
                <a:cs typeface="Arial"/>
              </a:rPr>
              <a:t>Moth</a:t>
            </a:r>
            <a:endParaRPr sz="3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3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950" b="1" dirty="0">
                <a:latin typeface="Arial"/>
                <a:cs typeface="Arial"/>
              </a:rPr>
              <a:t>Looking</a:t>
            </a:r>
            <a:r>
              <a:rPr sz="3950" b="1" spc="10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at</a:t>
            </a:r>
            <a:r>
              <a:rPr sz="3950" b="1" spc="5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a</a:t>
            </a:r>
            <a:r>
              <a:rPr sz="3950" b="1" spc="5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different</a:t>
            </a:r>
            <a:r>
              <a:rPr sz="3950" b="1" spc="5" dirty="0">
                <a:latin typeface="Arial"/>
                <a:cs typeface="Arial"/>
              </a:rPr>
              <a:t> </a:t>
            </a:r>
            <a:r>
              <a:rPr sz="3950" b="1" spc="-10" dirty="0">
                <a:latin typeface="Arial"/>
                <a:cs typeface="Arial"/>
              </a:rPr>
              <a:t>Language</a:t>
            </a:r>
            <a:endParaRPr sz="3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3950" dirty="0">
                <a:latin typeface="Arial"/>
                <a:cs typeface="Arial"/>
              </a:rPr>
              <a:t>Other</a:t>
            </a:r>
            <a:r>
              <a:rPr sz="3950" spc="-10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than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English,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e.g.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spc="-10" dirty="0">
                <a:latin typeface="Arial"/>
                <a:cs typeface="Arial"/>
              </a:rPr>
              <a:t>Chinese</a:t>
            </a:r>
            <a:endParaRPr sz="3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3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950" b="1" dirty="0">
                <a:latin typeface="Arial"/>
                <a:cs typeface="Arial"/>
              </a:rPr>
              <a:t>Cluster</a:t>
            </a:r>
            <a:r>
              <a:rPr sz="3950" b="1" spc="-20" dirty="0">
                <a:latin typeface="Arial"/>
                <a:cs typeface="Arial"/>
              </a:rPr>
              <a:t> </a:t>
            </a:r>
            <a:r>
              <a:rPr sz="3950" b="1" spc="-10" dirty="0">
                <a:latin typeface="Arial"/>
                <a:cs typeface="Arial"/>
              </a:rPr>
              <a:t>Categorization</a:t>
            </a:r>
            <a:endParaRPr sz="3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3950" dirty="0">
                <a:latin typeface="Arial"/>
                <a:cs typeface="Arial"/>
              </a:rPr>
              <a:t>Which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kind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of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nouns /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verbs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dirty="0">
                <a:latin typeface="Arial"/>
                <a:cs typeface="Arial"/>
              </a:rPr>
              <a:t>in the</a:t>
            </a:r>
            <a:r>
              <a:rPr sz="3950" spc="-5" dirty="0">
                <a:latin typeface="Arial"/>
                <a:cs typeface="Arial"/>
              </a:rPr>
              <a:t> </a:t>
            </a:r>
            <a:r>
              <a:rPr sz="3950" spc="-10" dirty="0">
                <a:latin typeface="Arial"/>
                <a:cs typeface="Arial"/>
              </a:rPr>
              <a:t>clusters?</a:t>
            </a:r>
            <a:endParaRPr sz="39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129b2cc-4393-4691-814d-95eb8359c06c}" enabled="1" method="Standard" siteId="{deff24bb-2089-4400-8c8e-f71e680378b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1056</Words>
  <Application>Microsoft Office PowerPoint</Application>
  <PresentationFormat>Custom</PresentationFormat>
  <Paragraphs>323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Times New Roman</vt:lpstr>
      <vt:lpstr>Office Theme</vt:lpstr>
      <vt:lpstr>UNDERSTANDING GRAMMAR REPRESENTATION IN THE HUMAN BRAIN VIA INFORMATION-RESTRICTED LLMS</vt:lpstr>
      <vt:lpstr>MOTIVATION AND BACKGROUND</vt:lpstr>
      <vt:lpstr>MOTIVATION AND BACKGROUND</vt:lpstr>
      <vt:lpstr>MOTIVATION AND BACKGROUND</vt:lpstr>
      <vt:lpstr>MOTIVATION AND BACKGROUND</vt:lpstr>
      <vt:lpstr>MOTIVATION AND BACKGROUND</vt:lpstr>
      <vt:lpstr>MOTIVATION AND BACKGROUND</vt:lpstr>
      <vt:lpstr>MOTIVATION AND BACKGROUND</vt:lpstr>
      <vt:lpstr>MOTIVATION AND BACKGROUND</vt:lpstr>
      <vt:lpstr>MOTIVATION AND BACKGROUND</vt:lpstr>
      <vt:lpstr>MATERIALS</vt:lpstr>
      <vt:lpstr>CONTEXT MASKING</vt:lpstr>
      <vt:lpstr>CONTEXT MASKING</vt:lpstr>
      <vt:lpstr>CONTEXT MASKING</vt:lpstr>
      <vt:lpstr>CONTEXT MASKING</vt:lpstr>
      <vt:lpstr>CONTEXT MASKING</vt:lpstr>
      <vt:lpstr>PARTS OF SPEECH FREQUENCY IS CONSISTENT ACROSS STORIES</vt:lpstr>
      <vt:lpstr>POS-MASKED CONTEXTUAL EMBEDDINGS REVEAL CLUSTERS OF POS SENSITIVITY ACROSS THE BRAIN</vt:lpstr>
      <vt:lpstr>POS-MASKED CONTEXTUAL EMBEDDINGS REVEAL CLUSTERS OF POS SENSITIVITY ACROSS THE BRAIN</vt:lpstr>
      <vt:lpstr>POS-MASKED CONTEXTUAL EMBEDDINGS REVEAL CLUSTERS OF POS SENSITIVITY ACROSS THE BRAIN</vt:lpstr>
      <vt:lpstr>NOUNS AND VERBS SHOW DISTINCT PATTERNS OF SENSITIVITY ACROSS THE BRAIN</vt:lpstr>
      <vt:lpstr>NOUN &amp; VERB SENSITIVITY - READING</vt:lpstr>
      <vt:lpstr>NOUN &amp; VERB SENSITIVITY - LISTENING</vt:lpstr>
      <vt:lpstr>GROUP AVERAGE</vt:lpstr>
      <vt:lpstr>MASKING NOUNS AND VERBS IMPROVES PREDICTION ACCURACY IN SOME AREAS</vt:lpstr>
      <vt:lpstr>MASKING OF LEXICAL EMBEDDINGS PRODUCES SIMILAR SENSITIVITY MAPS</vt:lpstr>
      <vt:lpstr>VERB SENSITIVITY IS MORE PREVALENT ACROSS LANGUAGE ROIS</vt:lpstr>
      <vt:lpstr>COMPARISON WITH LITERATURE</vt:lpstr>
      <vt:lpstr>Conclusions</vt:lpstr>
      <vt:lpstr>LIMITATIONS</vt:lpstr>
      <vt:lpstr>FUTURE RESEARCH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Esposito, Simone</cp:lastModifiedBy>
  <cp:revision>2</cp:revision>
  <dcterms:created xsi:type="dcterms:W3CDTF">2026-04-29T12:32:01Z</dcterms:created>
  <dcterms:modified xsi:type="dcterms:W3CDTF">2026-04-29T15:43:53Z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2026-04-23T00:00:00Z</vt:filetime>
  </property>
  <property fmtid="{D5CDD505-2E9C-101B-9397-08002B2CF9AE}" pid="3" name="LastSaved">
    <vt:filetime>2026-04-29T00:00:00Z</vt:filetime>
  </property>
  <property fmtid="{D5CDD505-2E9C-101B-9397-08002B2CF9AE}" pid="4" name="Producer">
    <vt:lpwstr>macOS Version 26.2 (Build 25C56) Quartz PDFContext</vt:lpwstr>
  </property>
</Properties>
</file>